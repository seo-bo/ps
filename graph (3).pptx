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  <p:sldMasterId id="2147483664" r:id="rId3"/>
  </p:sldMasterIdLst>
  <p:notesMasterIdLst>
    <p:notesMasterId r:id="rId8"/>
  </p:notesMasterIdLst>
  <p:sldIdLst>
    <p:sldId id="260" r:id="rId4"/>
    <p:sldId id="267" r:id="rId5"/>
    <p:sldId id="292" r:id="rId6"/>
    <p:sldId id="396" r:id="rId7"/>
  </p:sldIdLst>
  <p:sldSz cx="18288000" cy="10285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734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8" y="39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5ABCC-732D-4DFB-BF35-D5B0D3F49F74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2FBDB-533E-4526-9ECF-B2ACD996C9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618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685754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1371509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2057263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2743017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3428771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4114526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4800280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5486034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ヘッダーとフッター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2907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3053556"/>
            <a:ext cx="13030200" cy="41783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/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4694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とテキスト - 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6533660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65278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6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順番説明用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2101453"/>
            <a:ext cx="14986000" cy="5031978"/>
          </a:xfrm>
        </p:spPr>
        <p:txBody>
          <a:bodyPr anchor="ctr">
            <a:normAutofit/>
          </a:bodyPr>
          <a:lstStyle>
            <a:lvl1pPr marL="742950" indent="-792000" algn="l">
              <a:lnSpc>
                <a:spcPct val="120000"/>
              </a:lnSpc>
              <a:spcBef>
                <a:spcPts val="30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2628900" y="730646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65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順番説明用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6533660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65278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2101453"/>
            <a:ext cx="14986000" cy="4253309"/>
          </a:xfrm>
        </p:spPr>
        <p:txBody>
          <a:bodyPr anchor="ctr">
            <a:normAutofit/>
          </a:bodyPr>
          <a:lstStyle>
            <a:lvl1pPr marL="742950" indent="-792000" algn="l">
              <a:lnSpc>
                <a:spcPct val="120000"/>
              </a:lnSpc>
              <a:spcBef>
                <a:spcPts val="30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0782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 - 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730646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06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4102100"/>
            <a:ext cx="13030200" cy="4583906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39116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02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 - 上が広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5689600"/>
            <a:ext cx="13030200" cy="3403600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54991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00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 - 見出し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3259137"/>
            <a:ext cx="13030200" cy="2336800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3170237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2204150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6821092"/>
            <a:ext cx="13030200" cy="2336800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2628900" y="6749656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2628900" y="5780619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640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つのキーワ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5375812" y="2872125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27100" y="3200389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501836" y="3036256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5375812" y="4816369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27100" y="5144633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5501836" y="4980500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5375812" y="6760613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27100" y="7088877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5501836" y="692474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2420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つのキーワ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5375812" y="2111045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27100" y="2439309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501836" y="2275176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5375812" y="3914594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27100" y="4242858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5501836" y="4078725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5375812" y="5718143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27100" y="6046407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5501836" y="588227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0" name="直線コネクタ 19"/>
          <p:cNvCxnSpPr/>
          <p:nvPr userDrawn="1"/>
        </p:nvCxnSpPr>
        <p:spPr>
          <a:xfrm>
            <a:off x="5375812" y="7521693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27100" y="7849957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2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501836" y="768582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3270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つのキーワ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5375812" y="1905140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27100" y="2151338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501836" y="1987206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3" name="直線コネクタ 22"/>
          <p:cNvCxnSpPr/>
          <p:nvPr userDrawn="1"/>
        </p:nvCxnSpPr>
        <p:spPr>
          <a:xfrm>
            <a:off x="5375812" y="3401787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27100" y="3647985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25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5501836" y="3483853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5375812" y="4898434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27100" y="5144632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28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5501836" y="4980500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9" name="直線コネクタ 28"/>
          <p:cNvCxnSpPr/>
          <p:nvPr userDrawn="1"/>
        </p:nvCxnSpPr>
        <p:spPr>
          <a:xfrm>
            <a:off x="5375812" y="6395081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27100" y="6641279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501836" y="6477147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32" name="直線コネクタ 31"/>
          <p:cNvCxnSpPr/>
          <p:nvPr userDrawn="1"/>
        </p:nvCxnSpPr>
        <p:spPr>
          <a:xfrm>
            <a:off x="5375812" y="7891728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927100" y="8137926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21" hasCustomPrompt="1"/>
          </p:nvPr>
        </p:nvSpPr>
        <p:spPr>
          <a:xfrm>
            <a:off x="5501836" y="797379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1061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 - 画面いっぱ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1549400"/>
            <a:ext cx="13030200" cy="8072438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24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3932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を挿入できるレイアウト -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677053" y="2110512"/>
            <a:ext cx="9175847" cy="6892118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24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3"/>
          </p:nvPr>
        </p:nvSpPr>
        <p:spPr>
          <a:xfrm>
            <a:off x="1645920" y="2110511"/>
            <a:ext cx="5776546" cy="6892119"/>
          </a:xfrm>
          <a:solidFill>
            <a:schemeClr val="accent1">
              <a:lumMod val="20000"/>
              <a:lumOff val="80000"/>
            </a:schemeClr>
          </a:solidFill>
          <a:effectLst>
            <a:outerShdw dist="127000" dir="2700000" algn="tl" rotWithShape="0">
              <a:schemeClr val="accent1"/>
            </a:outerShdw>
          </a:effectLst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022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を挿入できるレイアウト - 箇条書き - 2つず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677053" y="2110512"/>
            <a:ext cx="9175847" cy="3320981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3"/>
          </p:nvPr>
        </p:nvSpPr>
        <p:spPr>
          <a:xfrm>
            <a:off x="1640645" y="2110512"/>
            <a:ext cx="5781821" cy="3320981"/>
          </a:xfrm>
          <a:solidFill>
            <a:schemeClr val="accent1">
              <a:lumMod val="20000"/>
              <a:lumOff val="80000"/>
            </a:schemeClr>
          </a:solidFill>
          <a:effectLst>
            <a:outerShdw dist="127000" dir="2700000" algn="tl" rotWithShape="0">
              <a:schemeClr val="accent1"/>
            </a:outerShdw>
          </a:effectLst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677053" y="5866117"/>
            <a:ext cx="9175847" cy="3320981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1" name="図プレースホルダー 7"/>
          <p:cNvSpPr>
            <a:spLocks noGrp="1"/>
          </p:cNvSpPr>
          <p:nvPr>
            <p:ph type="pic" sz="quarter" idx="15"/>
          </p:nvPr>
        </p:nvSpPr>
        <p:spPr>
          <a:xfrm>
            <a:off x="1640645" y="5866117"/>
            <a:ext cx="5781821" cy="3320981"/>
          </a:xfrm>
          <a:solidFill>
            <a:schemeClr val="accent1">
              <a:lumMod val="20000"/>
              <a:lumOff val="80000"/>
            </a:schemeClr>
          </a:solidFill>
          <a:effectLst>
            <a:outerShdw dist="127000" dir="2700000" algn="tl" rotWithShape="0">
              <a:schemeClr val="accent1"/>
            </a:outerShdw>
          </a:effectLst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439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幅の広い画像を挿入でき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3"/>
          </p:nvPr>
        </p:nvSpPr>
        <p:spPr>
          <a:xfrm>
            <a:off x="0" y="1969832"/>
            <a:ext cx="18288000" cy="5043558"/>
          </a:xfrm>
          <a:solidFill>
            <a:schemeClr val="accent1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9" name="直線コネクタ 8"/>
          <p:cNvCxnSpPr/>
          <p:nvPr userDrawn="1"/>
        </p:nvCxnSpPr>
        <p:spPr>
          <a:xfrm>
            <a:off x="2628900" y="730646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95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 - 番号付き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7576457" cy="10285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56344" y="2051163"/>
            <a:ext cx="6110514" cy="61830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8171543" y="1783556"/>
            <a:ext cx="9100457" cy="6718300"/>
          </a:xfrm>
        </p:spPr>
        <p:txBody>
          <a:bodyPr anchor="ctr">
            <a:normAutofit/>
          </a:bodyPr>
          <a:lstStyle>
            <a:lvl1pPr marL="504000" indent="-828000" algn="l">
              <a:lnSpc>
                <a:spcPct val="100000"/>
              </a:lnSpc>
              <a:spcBef>
                <a:spcPts val="42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sz="3200"/>
            </a:lvl1pPr>
            <a:lvl3pPr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25330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が左半分を占め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340948" y="1856206"/>
            <a:ext cx="8054746" cy="314284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5153800"/>
            <a:ext cx="1828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9340948" y="5266345"/>
            <a:ext cx="8054746" cy="3807314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1978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が上半分を占め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8000" cy="543012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5728337"/>
            <a:ext cx="13030200" cy="1077996"/>
          </a:xfrm>
        </p:spPr>
        <p:txBody>
          <a:bodyPr anchor="b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7045482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2628900" y="691183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32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タイトルとテキスト - 中央寄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3728076"/>
            <a:ext cx="13030200" cy="1077996"/>
          </a:xfrm>
        </p:spPr>
        <p:txBody>
          <a:bodyPr anchor="b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5045221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628900" y="4911578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6748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4147741"/>
            <a:ext cx="13030200" cy="198993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83388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印象的な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6243827"/>
            <a:ext cx="13030200" cy="198993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2" name="正方形/長方形 1"/>
          <p:cNvSpPr/>
          <p:nvPr userDrawn="1"/>
        </p:nvSpPr>
        <p:spPr>
          <a:xfrm>
            <a:off x="0" y="0"/>
            <a:ext cx="18288000" cy="51419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745588" y="829993"/>
            <a:ext cx="16796825" cy="3896751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</p:spTree>
    <p:extLst>
      <p:ext uri="{BB962C8B-B14F-4D97-AF65-F5344CB8AC3E}">
        <p14:creationId xmlns:p14="http://schemas.microsoft.com/office/powerpoint/2010/main" val="169054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"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4102100"/>
            <a:ext cx="13030200" cy="4583906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bg1"/>
              </a:buClr>
              <a:buFont typeface="Wingdings" panose="05000000000000000000" pitchFamily="2" charset="2"/>
              <a:buChar char="n"/>
              <a:defRPr sz="3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3911600"/>
            <a:ext cx="15659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2738355"/>
            <a:ext cx="13030200" cy="1077996"/>
          </a:xfrm>
        </p:spPr>
        <p:txBody>
          <a:bodyPr anchor="b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</p:spTree>
    <p:extLst>
      <p:ext uri="{BB962C8B-B14F-4D97-AF65-F5344CB8AC3E}">
        <p14:creationId xmlns:p14="http://schemas.microsoft.com/office/powerpoint/2010/main" val="8214543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シ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403704"/>
            <a:ext cx="16878300" cy="1478004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7829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サブタイトル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3830596"/>
            <a:ext cx="16878300" cy="147800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5308600"/>
            <a:ext cx="13030200" cy="1473200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71916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サブタイトル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846596"/>
            <a:ext cx="16878300" cy="13383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3937000"/>
            <a:ext cx="13030200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34456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サブタイトル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846596"/>
            <a:ext cx="16878300" cy="13383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3937000"/>
            <a:ext cx="13030200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  <p:sp>
        <p:nvSpPr>
          <p:cNvPr id="5" name="図プレースホルダー 4"/>
          <p:cNvSpPr>
            <a:spLocks noGrp="1"/>
          </p:cNvSpPr>
          <p:nvPr>
            <p:ph type="pic" sz="quarter" idx="14"/>
          </p:nvPr>
        </p:nvSpPr>
        <p:spPr>
          <a:xfrm>
            <a:off x="8570687" y="2790374"/>
            <a:ext cx="1146627" cy="1146626"/>
          </a:xfrm>
          <a:noFill/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34726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矩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505200" y="4494202"/>
            <a:ext cx="14077950" cy="109540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517900" y="5791210"/>
            <a:ext cx="13030200" cy="2024856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0" y="4494202"/>
            <a:ext cx="3238500" cy="1297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863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矩形と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479800" y="4986296"/>
            <a:ext cx="14243050" cy="11351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4152900"/>
            <a:ext cx="12319000" cy="909596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4494202"/>
            <a:ext cx="3238500" cy="1297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0843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画像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0" y="0"/>
            <a:ext cx="9144000" cy="10285413"/>
          </a:xfrm>
          <a:solidFill>
            <a:schemeClr val="accent1">
              <a:alpha val="30000"/>
            </a:schemeClr>
          </a:solidFill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9417956" y="7924800"/>
            <a:ext cx="844913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9392557" y="5160468"/>
            <a:ext cx="8474529" cy="18209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417957" y="4269016"/>
            <a:ext cx="8450833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1108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画像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878287"/>
            <a:ext cx="18288000" cy="3381828"/>
          </a:xfrm>
          <a:solidFill>
            <a:schemeClr val="accent1">
              <a:alpha val="30000"/>
            </a:schemeClr>
          </a:solidFill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671661" y="8069943"/>
            <a:ext cx="10944679" cy="1008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1029597" y="6761719"/>
            <a:ext cx="16228806" cy="996933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2286" y="5870267"/>
            <a:ext cx="16183428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719508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おわりに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403704"/>
            <a:ext cx="16878300" cy="1478004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800"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テキスト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489209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おわりに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994547"/>
            <a:ext cx="16878300" cy="14780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800"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テキスト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5" name="図プレースホルダー 4"/>
          <p:cNvSpPr>
            <a:spLocks noGrp="1"/>
          </p:cNvSpPr>
          <p:nvPr>
            <p:ph type="pic" sz="quarter" idx="13"/>
          </p:nvPr>
        </p:nvSpPr>
        <p:spPr>
          <a:xfrm>
            <a:off x="8570687" y="3468094"/>
            <a:ext cx="1146627" cy="1146626"/>
          </a:xfrm>
          <a:noFill/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50430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 - メインカラーの背景 -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2392472"/>
            <a:ext cx="18288000" cy="5500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3178600"/>
            <a:ext cx="16878300" cy="946851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テキスト</a:t>
            </a:r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35251" y="4531628"/>
            <a:ext cx="13253357" cy="2667207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3pPr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628900" y="4389064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308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 - メインカラーの背景 -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>
            <a:spLocks noChangeAspect="1"/>
          </p:cNvSpPr>
          <p:nvPr userDrawn="1"/>
        </p:nvSpPr>
        <p:spPr>
          <a:xfrm>
            <a:off x="535147" y="542571"/>
            <a:ext cx="17217707" cy="9200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517322" y="2552032"/>
            <a:ext cx="13253357" cy="5181349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3pPr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07044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ブレイク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8124859"/>
            <a:ext cx="15659100" cy="10779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セクションタイトル</a:t>
            </a:r>
          </a:p>
        </p:txBody>
      </p:sp>
      <p:cxnSp>
        <p:nvCxnSpPr>
          <p:cNvPr id="3" name="直線コネクタ 2"/>
          <p:cNvCxnSpPr/>
          <p:nvPr userDrawn="1"/>
        </p:nvCxnSpPr>
        <p:spPr>
          <a:xfrm>
            <a:off x="2628900" y="7994650"/>
            <a:ext cx="15659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1051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とテキスト - メインカラーの背景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314450" y="3733231"/>
            <a:ext cx="15659100" cy="1292568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見出しを入力</a:t>
            </a:r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5221798"/>
            <a:ext cx="13030200" cy="1989931"/>
          </a:xfr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65799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フルスクリーン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9085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フルスクリーン画像と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0" y="8004517"/>
            <a:ext cx="18288000" cy="1224475"/>
          </a:xfrm>
          <a:solidFill>
            <a:schemeClr val="tx1">
              <a:alpha val="2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スライドタイトル</a:t>
            </a:r>
          </a:p>
        </p:txBody>
      </p:sp>
    </p:spTree>
    <p:extLst>
      <p:ext uri="{BB962C8B-B14F-4D97-AF65-F5344CB8AC3E}">
        <p14:creationId xmlns:p14="http://schemas.microsoft.com/office/powerpoint/2010/main" val="3138547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フルスクリーン画像とタイトルおよび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44529"/>
            <a:ext cx="18288000" cy="3940884"/>
          </a:xfrm>
          <a:solidFill>
            <a:schemeClr val="accent1">
              <a:alpha val="30000"/>
            </a:schemeClr>
          </a:solidFill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6541481"/>
            <a:ext cx="13030200" cy="1097866"/>
          </a:xfrm>
          <a:noFill/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スライドタイトル</a:t>
            </a:r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7696462"/>
            <a:ext cx="13030200" cy="2024318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3278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7100" y="471404"/>
            <a:ext cx="16687800" cy="107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7100" y="1981200"/>
            <a:ext cx="16675100" cy="7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17043400" y="9533055"/>
            <a:ext cx="736600" cy="752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43400" y="9621955"/>
            <a:ext cx="7366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3"/>
          </p:nvPr>
        </p:nvSpPr>
        <p:spPr>
          <a:xfrm>
            <a:off x="10680700" y="9621838"/>
            <a:ext cx="6172200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2700" y="589932"/>
            <a:ext cx="736600" cy="752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556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90" r:id="rId4"/>
    <p:sldLayoutId id="2147483691" r:id="rId5"/>
    <p:sldLayoutId id="2147483670" r:id="rId6"/>
    <p:sldLayoutId id="2147483671" r:id="rId7"/>
    <p:sldLayoutId id="2147483674" r:id="rId8"/>
    <p:sldLayoutId id="2147483673" r:id="rId9"/>
    <p:sldLayoutId id="2147483687" r:id="rId10"/>
    <p:sldLayoutId id="2147483688" r:id="rId11"/>
    <p:sldLayoutId id="2147483689" r:id="rId12"/>
    <p:sldLayoutId id="2147483672" r:id="rId13"/>
    <p:sldLayoutId id="2147483679" r:id="rId14"/>
    <p:sldLayoutId id="2147483693" r:id="rId15"/>
    <p:sldLayoutId id="2147483680" r:id="rId16"/>
  </p:sldLayoutIdLst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342854" algn="l" defTabSz="1371417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98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689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7100" y="471404"/>
            <a:ext cx="16687800" cy="107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7100" y="1981200"/>
            <a:ext cx="16675100" cy="7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17043400" y="9533055"/>
            <a:ext cx="736600" cy="752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43400" y="9621955"/>
            <a:ext cx="7366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3"/>
          </p:nvPr>
        </p:nvSpPr>
        <p:spPr>
          <a:xfrm>
            <a:off x="10680700" y="9621838"/>
            <a:ext cx="6172200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1819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4" r:id="rId2"/>
    <p:sldLayoutId id="2147483692" r:id="rId3"/>
    <p:sldLayoutId id="2147483685" r:id="rId4"/>
    <p:sldLayoutId id="2147483686" r:id="rId5"/>
    <p:sldLayoutId id="2147483696" r:id="rId6"/>
    <p:sldLayoutId id="2147483697" r:id="rId7"/>
  </p:sldLayoutIdLst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342854" algn="l" defTabSz="1371417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98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689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484104"/>
            <a:ext cx="16878300" cy="107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981200"/>
            <a:ext cx="16878300" cy="7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4536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700" r:id="rId4"/>
    <p:sldLayoutId id="2147483668" r:id="rId5"/>
    <p:sldLayoutId id="2147483669" r:id="rId6"/>
    <p:sldLayoutId id="2147483701" r:id="rId7"/>
    <p:sldLayoutId id="2147483702" r:id="rId8"/>
    <p:sldLayoutId id="2147483694" r:id="rId9"/>
    <p:sldLayoutId id="2147483695" r:id="rId10"/>
    <p:sldLayoutId id="2147483698" r:id="rId11"/>
    <p:sldLayoutId id="2147483699" r:id="rId12"/>
    <p:sldLayoutId id="2147483675" r:id="rId13"/>
    <p:sldLayoutId id="2147483703" r:id="rId14"/>
    <p:sldLayoutId id="2147483682" r:id="rId15"/>
    <p:sldLayoutId id="2147483681" r:id="rId16"/>
    <p:sldLayoutId id="2147483683" r:id="rId17"/>
  </p:sldLayoutIdLst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46" indent="0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342854" algn="l" defTabSz="1371417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98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689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3447715" y="4575154"/>
            <a:ext cx="14243050" cy="1135104"/>
          </a:xfrm>
        </p:spPr>
        <p:txBody>
          <a:bodyPr/>
          <a:lstStyle/>
          <a:p>
            <a:r>
              <a:rPr kumimoji="1" lang="ko-KR" altLang="en-US" b="1" dirty="0"/>
              <a:t>그래프 </a:t>
            </a:r>
            <a:r>
              <a:rPr lang="en-US" altLang="ko-KR" b="1" dirty="0"/>
              <a:t>3</a:t>
            </a:r>
            <a:r>
              <a:rPr kumimoji="1" lang="en-US" altLang="ko-KR" b="1" dirty="0"/>
              <a:t> (</a:t>
            </a:r>
            <a:r>
              <a:rPr kumimoji="1" lang="ko-KR" altLang="en-US" b="1" dirty="0"/>
              <a:t>최단거리 </a:t>
            </a:r>
            <a:r>
              <a:rPr lang="ko-KR" altLang="en-US" b="1" dirty="0"/>
              <a:t>알고리즘</a:t>
            </a:r>
            <a:r>
              <a:rPr kumimoji="1" lang="en-US" altLang="ko-KR" b="1" dirty="0"/>
              <a:t>)</a:t>
            </a:r>
            <a:endParaRPr kumimoji="1" lang="ja-JP" altLang="en-US" b="1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2"/>
          </p:nvPr>
        </p:nvSpPr>
        <p:spPr>
          <a:xfrm>
            <a:off x="6890904" y="7107377"/>
            <a:ext cx="4506191" cy="2024856"/>
          </a:xfrm>
        </p:spPr>
        <p:txBody>
          <a:bodyPr/>
          <a:lstStyle/>
          <a:p>
            <a:r>
              <a:rPr lang="ko-KR" altLang="en-US" dirty="0"/>
              <a:t>컴퓨터 공학과 </a:t>
            </a:r>
            <a:r>
              <a:rPr lang="en-US" altLang="ko-KR" dirty="0"/>
              <a:t>20230546 </a:t>
            </a:r>
            <a:r>
              <a:rPr lang="ko-KR" altLang="en-US" dirty="0"/>
              <a:t>서보경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834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목차</a:t>
            </a:r>
            <a:endParaRPr kumimoji="1" lang="ja-JP" altLang="en-US" b="1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ko-KR" altLang="en-US" b="1" dirty="0" err="1">
                <a:solidFill>
                  <a:schemeClr val="tx1">
                    <a:lumMod val="50000"/>
                  </a:schemeClr>
                </a:solidFill>
              </a:rPr>
              <a:t>다익스트라</a:t>
            </a:r>
            <a:r>
              <a:rPr kumimoji="1" lang="ko-KR" altLang="en-US" b="1" dirty="0">
                <a:solidFill>
                  <a:schemeClr val="tx1">
                    <a:lumMod val="50000"/>
                  </a:schemeClr>
                </a:solidFill>
              </a:rPr>
              <a:t> 알고리즘</a:t>
            </a:r>
            <a:endParaRPr kumimoji="1" lang="en-US" altLang="ja-JP" b="1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ko-KR" altLang="en-US" b="1" dirty="0" err="1">
                <a:solidFill>
                  <a:schemeClr val="tx1">
                    <a:lumMod val="50000"/>
                  </a:schemeClr>
                </a:solidFill>
              </a:rPr>
              <a:t>플로이드</a:t>
            </a:r>
            <a:r>
              <a:rPr lang="en-US" altLang="ko-KR" b="1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ko-KR" altLang="en-US" b="1" dirty="0" err="1">
                <a:solidFill>
                  <a:schemeClr val="tx1">
                    <a:lumMod val="50000"/>
                  </a:schemeClr>
                </a:solidFill>
              </a:rPr>
              <a:t>워셜</a:t>
            </a:r>
            <a:r>
              <a:rPr lang="ko-KR" altLang="en-US" b="1" dirty="0">
                <a:solidFill>
                  <a:schemeClr val="tx1">
                    <a:lumMod val="50000"/>
                  </a:schemeClr>
                </a:solidFill>
              </a:rPr>
              <a:t> 알고리즘</a:t>
            </a:r>
            <a:endParaRPr kumimoji="1" lang="en-US" altLang="ko-KR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4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다익스트라</a:t>
            </a:r>
            <a:r>
              <a:rPr kumimoji="1" lang="ko-KR" altLang="en-US" dirty="0"/>
              <a:t> 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AF6848F-C57D-4C74-958A-B55D0A112E92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 flipH="1">
            <a:off x="3616721" y="3471720"/>
            <a:ext cx="281434" cy="1005023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11C896CF-B031-40B6-BFDC-FEE842D8E9CA}"/>
              </a:ext>
            </a:extLst>
          </p:cNvPr>
          <p:cNvSpPr/>
          <p:nvPr/>
        </p:nvSpPr>
        <p:spPr>
          <a:xfrm>
            <a:off x="3778241" y="28260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B20D1B-B6A9-4101-8DBD-8CDEA24F883E}"/>
              </a:ext>
            </a:extLst>
          </p:cNvPr>
          <p:cNvSpPr/>
          <p:nvPr/>
        </p:nvSpPr>
        <p:spPr>
          <a:xfrm>
            <a:off x="3207309" y="447674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AB40C4-29BE-445C-A75C-0038C800BFEF}"/>
              </a:ext>
            </a:extLst>
          </p:cNvPr>
          <p:cNvSpPr/>
          <p:nvPr/>
        </p:nvSpPr>
        <p:spPr>
          <a:xfrm>
            <a:off x="4981518" y="523322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1F20E7C-3F1C-4AB5-A0C6-9370201C6134}"/>
              </a:ext>
            </a:extLst>
          </p:cNvPr>
          <p:cNvSpPr/>
          <p:nvPr/>
        </p:nvSpPr>
        <p:spPr>
          <a:xfrm>
            <a:off x="6143852" y="421143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7CB1E1D-F895-4F97-80E1-EA74FECF6051}"/>
              </a:ext>
            </a:extLst>
          </p:cNvPr>
          <p:cNvSpPr/>
          <p:nvPr/>
        </p:nvSpPr>
        <p:spPr>
          <a:xfrm>
            <a:off x="4572106" y="6883942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9E13710-9646-4B5C-A339-A158073C440E}"/>
              </a:ext>
            </a:extLst>
          </p:cNvPr>
          <p:cNvSpPr/>
          <p:nvPr/>
        </p:nvSpPr>
        <p:spPr>
          <a:xfrm>
            <a:off x="1981306" y="625842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37C1CB4-16A8-48EB-B5B6-446791701003}"/>
              </a:ext>
            </a:extLst>
          </p:cNvPr>
          <p:cNvSpPr/>
          <p:nvPr/>
        </p:nvSpPr>
        <p:spPr>
          <a:xfrm>
            <a:off x="1433100" y="402962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6DAD349-A0F7-4DEC-98F0-D0EDE62CEB7D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026132" y="4854983"/>
            <a:ext cx="955386" cy="75648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47C961D-327B-4EED-8979-7DD0AE214DF8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4572106" y="3317196"/>
            <a:ext cx="1571746" cy="1272479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2AEED94-2C25-4CD8-948D-6068EC472086}"/>
              </a:ext>
            </a:extLst>
          </p:cNvPr>
          <p:cNvCxnSpPr>
            <a:cxnSpLocks/>
          </p:cNvCxnSpPr>
          <p:nvPr/>
        </p:nvCxnSpPr>
        <p:spPr>
          <a:xfrm flipH="1">
            <a:off x="5076545" y="5989703"/>
            <a:ext cx="281434" cy="894239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B295F30-33E4-4D69-8928-AA987E90B64B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5357979" y="4967915"/>
            <a:ext cx="1195285" cy="227965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E5596BC-589C-4499-BA03-EA9281C23201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>
          <a:xfrm>
            <a:off x="3616721" y="5233223"/>
            <a:ext cx="1364797" cy="1650719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EA291FA-A747-49F1-9EC2-AED050D08A65}"/>
              </a:ext>
            </a:extLst>
          </p:cNvPr>
          <p:cNvCxnSpPr>
            <a:cxnSpLocks/>
            <a:stCxn id="16" idx="5"/>
            <a:endCxn id="15" idx="2"/>
          </p:cNvCxnSpPr>
          <p:nvPr/>
        </p:nvCxnSpPr>
        <p:spPr>
          <a:xfrm>
            <a:off x="2680215" y="6904116"/>
            <a:ext cx="1891891" cy="358066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4645D76-A563-4296-A236-C61073D5C23F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842512" y="4786103"/>
            <a:ext cx="451802" cy="1472317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36FA1E7-0656-443C-AFD9-7BE9E6F48625}"/>
              </a:ext>
            </a:extLst>
          </p:cNvPr>
          <p:cNvCxnSpPr>
            <a:cxnSpLocks/>
            <a:stCxn id="17" idx="5"/>
            <a:endCxn id="15" idx="1"/>
          </p:cNvCxnSpPr>
          <p:nvPr/>
        </p:nvCxnSpPr>
        <p:spPr>
          <a:xfrm>
            <a:off x="2132009" y="4675319"/>
            <a:ext cx="2560011" cy="2319407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D55C1570-202A-4FE0-A7EE-17EA70B5043F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251923" y="4456569"/>
            <a:ext cx="955386" cy="398414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0EE5377-1098-4BB2-AD5E-B6BC0B4E0916}"/>
              </a:ext>
            </a:extLst>
          </p:cNvPr>
          <p:cNvCxnSpPr>
            <a:cxnSpLocks/>
            <a:stCxn id="17" idx="7"/>
            <a:endCxn id="10" idx="2"/>
          </p:cNvCxnSpPr>
          <p:nvPr/>
        </p:nvCxnSpPr>
        <p:spPr>
          <a:xfrm flipV="1">
            <a:off x="2132009" y="3204264"/>
            <a:ext cx="1646232" cy="936143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0C216EC-C2A9-4A5F-BCAD-0B2E1E2CC924}"/>
              </a:ext>
            </a:extLst>
          </p:cNvPr>
          <p:cNvSpPr txBox="1"/>
          <p:nvPr/>
        </p:nvSpPr>
        <p:spPr>
          <a:xfrm>
            <a:off x="1316275" y="5325869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5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8A0E4B-21D5-49E1-8A28-F17F6DD9482B}"/>
              </a:ext>
            </a:extLst>
          </p:cNvPr>
          <p:cNvSpPr txBox="1"/>
          <p:nvPr/>
        </p:nvSpPr>
        <p:spPr>
          <a:xfrm>
            <a:off x="3269254" y="7372966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4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7031E8-A28F-49AE-95AC-4C538487A2B9}"/>
              </a:ext>
            </a:extLst>
          </p:cNvPr>
          <p:cNvSpPr txBox="1"/>
          <p:nvPr/>
        </p:nvSpPr>
        <p:spPr>
          <a:xfrm>
            <a:off x="2895156" y="5923729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11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9F0BC2-F46A-42EB-BA16-2CDA05457F09}"/>
              </a:ext>
            </a:extLst>
          </p:cNvPr>
          <p:cNvSpPr txBox="1"/>
          <p:nvPr/>
        </p:nvSpPr>
        <p:spPr>
          <a:xfrm>
            <a:off x="4216932" y="5712627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10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566D87-ED64-426E-9614-2593C1E79165}"/>
              </a:ext>
            </a:extLst>
          </p:cNvPr>
          <p:cNvSpPr txBox="1"/>
          <p:nvPr/>
        </p:nvSpPr>
        <p:spPr>
          <a:xfrm>
            <a:off x="2667920" y="4135126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2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1F50C5-A1C1-4282-BB45-E5B849A2666C}"/>
              </a:ext>
            </a:extLst>
          </p:cNvPr>
          <p:cNvSpPr txBox="1"/>
          <p:nvPr/>
        </p:nvSpPr>
        <p:spPr>
          <a:xfrm>
            <a:off x="2499031" y="3053132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3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EC45-AF1F-4A32-B073-3BAB6F7961E0}"/>
              </a:ext>
            </a:extLst>
          </p:cNvPr>
          <p:cNvSpPr txBox="1"/>
          <p:nvPr/>
        </p:nvSpPr>
        <p:spPr>
          <a:xfrm>
            <a:off x="3857313" y="3825958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7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66348E-97E5-4EC4-97DB-909BDC75E9DE}"/>
              </a:ext>
            </a:extLst>
          </p:cNvPr>
          <p:cNvSpPr txBox="1"/>
          <p:nvPr/>
        </p:nvSpPr>
        <p:spPr>
          <a:xfrm>
            <a:off x="4593393" y="4988207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4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44FB36-E324-49E8-87C8-942DC1DE4C51}"/>
              </a:ext>
            </a:extLst>
          </p:cNvPr>
          <p:cNvSpPr txBox="1"/>
          <p:nvPr/>
        </p:nvSpPr>
        <p:spPr>
          <a:xfrm>
            <a:off x="5390929" y="3397994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10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43394-7EE0-46F2-A792-ED5C683C2433}"/>
              </a:ext>
            </a:extLst>
          </p:cNvPr>
          <p:cNvSpPr txBox="1"/>
          <p:nvPr/>
        </p:nvSpPr>
        <p:spPr>
          <a:xfrm>
            <a:off x="6329530" y="6097378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9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FBAC59-F700-4A99-9157-5475C6B69696}"/>
              </a:ext>
            </a:extLst>
          </p:cNvPr>
          <p:cNvSpPr txBox="1"/>
          <p:nvPr/>
        </p:nvSpPr>
        <p:spPr>
          <a:xfrm>
            <a:off x="5252766" y="6243453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2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B5079BD7-FA7D-4339-9894-47CA94AC3C87}"/>
              </a:ext>
            </a:extLst>
          </p:cNvPr>
          <p:cNvCxnSpPr>
            <a:cxnSpLocks/>
          </p:cNvCxnSpPr>
          <p:nvPr/>
        </p:nvCxnSpPr>
        <p:spPr>
          <a:xfrm flipV="1">
            <a:off x="4039456" y="4755695"/>
            <a:ext cx="2138097" cy="119462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251B0C6-237B-4A3B-A8D7-9C947A66ADD7}"/>
              </a:ext>
            </a:extLst>
          </p:cNvPr>
          <p:cNvSpPr txBox="1"/>
          <p:nvPr/>
        </p:nvSpPr>
        <p:spPr>
          <a:xfrm>
            <a:off x="4710097" y="4227298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6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0E3483AF-FF33-438E-A4FD-6F5C6E2AF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30583"/>
              </p:ext>
            </p:extLst>
          </p:nvPr>
        </p:nvGraphicFramePr>
        <p:xfrm>
          <a:off x="9242488" y="6576411"/>
          <a:ext cx="7375116" cy="2283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588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1141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  <a:tr h="11419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7168"/>
                  </a:ext>
                </a:extLst>
              </a:tr>
            </a:tbl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6807F8E0-023D-4EE3-B1D5-4A5F48DA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93039"/>
              </p:ext>
            </p:extLst>
          </p:nvPr>
        </p:nvGraphicFramePr>
        <p:xfrm>
          <a:off x="9242488" y="2443639"/>
          <a:ext cx="7375116" cy="2283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588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1053588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1141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66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  <a:tr h="11419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7168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77FE5DBC-CC01-4730-93DD-010D8E5CA56E}"/>
              </a:ext>
            </a:extLst>
          </p:cNvPr>
          <p:cNvSpPr txBox="1"/>
          <p:nvPr/>
        </p:nvSpPr>
        <p:spPr>
          <a:xfrm>
            <a:off x="9472259" y="1463742"/>
            <a:ext cx="691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Distance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38E6B3-2EB9-47CB-A4A9-02F826A6E179}"/>
              </a:ext>
            </a:extLst>
          </p:cNvPr>
          <p:cNvSpPr txBox="1"/>
          <p:nvPr/>
        </p:nvSpPr>
        <p:spPr>
          <a:xfrm>
            <a:off x="9472259" y="5589333"/>
            <a:ext cx="691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visited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55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플로이드</a:t>
            </a:r>
            <a:r>
              <a:rPr lang="en-US" altLang="ko-KR" dirty="0"/>
              <a:t>-</a:t>
            </a:r>
            <a:r>
              <a:rPr lang="ko-KR" altLang="en-US" dirty="0" err="1"/>
              <a:t>워셜</a:t>
            </a:r>
            <a:r>
              <a:rPr kumimoji="1" lang="ko-KR" altLang="en-US" dirty="0"/>
              <a:t> 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AF6848F-C57D-4C74-958A-B55D0A112E92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 flipH="1">
            <a:off x="3616721" y="3471720"/>
            <a:ext cx="281434" cy="1005023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11C896CF-B031-40B6-BFDC-FEE842D8E9CA}"/>
              </a:ext>
            </a:extLst>
          </p:cNvPr>
          <p:cNvSpPr/>
          <p:nvPr/>
        </p:nvSpPr>
        <p:spPr>
          <a:xfrm>
            <a:off x="3778241" y="28260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B20D1B-B6A9-4101-8DBD-8CDEA24F883E}"/>
              </a:ext>
            </a:extLst>
          </p:cNvPr>
          <p:cNvSpPr/>
          <p:nvPr/>
        </p:nvSpPr>
        <p:spPr>
          <a:xfrm>
            <a:off x="3207309" y="447674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AB40C4-29BE-445C-A75C-0038C800BFEF}"/>
              </a:ext>
            </a:extLst>
          </p:cNvPr>
          <p:cNvSpPr/>
          <p:nvPr/>
        </p:nvSpPr>
        <p:spPr>
          <a:xfrm>
            <a:off x="4981518" y="523322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1F20E7C-3F1C-4AB5-A0C6-9370201C6134}"/>
              </a:ext>
            </a:extLst>
          </p:cNvPr>
          <p:cNvSpPr/>
          <p:nvPr/>
        </p:nvSpPr>
        <p:spPr>
          <a:xfrm>
            <a:off x="6143852" y="421143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7CB1E1D-F895-4F97-80E1-EA74FECF6051}"/>
              </a:ext>
            </a:extLst>
          </p:cNvPr>
          <p:cNvSpPr/>
          <p:nvPr/>
        </p:nvSpPr>
        <p:spPr>
          <a:xfrm>
            <a:off x="4572106" y="6883942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9E13710-9646-4B5C-A339-A158073C440E}"/>
              </a:ext>
            </a:extLst>
          </p:cNvPr>
          <p:cNvSpPr/>
          <p:nvPr/>
        </p:nvSpPr>
        <p:spPr>
          <a:xfrm>
            <a:off x="1981306" y="625842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37C1CB4-16A8-48EB-B5B6-446791701003}"/>
              </a:ext>
            </a:extLst>
          </p:cNvPr>
          <p:cNvSpPr/>
          <p:nvPr/>
        </p:nvSpPr>
        <p:spPr>
          <a:xfrm>
            <a:off x="1433100" y="402962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6DAD349-A0F7-4DEC-98F0-D0EDE62CEB7D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026132" y="4854983"/>
            <a:ext cx="955386" cy="75648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47C961D-327B-4EED-8979-7DD0AE214DF8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4572106" y="3317196"/>
            <a:ext cx="1571746" cy="1272479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2AEED94-2C25-4CD8-948D-6068EC472086}"/>
              </a:ext>
            </a:extLst>
          </p:cNvPr>
          <p:cNvCxnSpPr>
            <a:cxnSpLocks/>
          </p:cNvCxnSpPr>
          <p:nvPr/>
        </p:nvCxnSpPr>
        <p:spPr>
          <a:xfrm flipH="1">
            <a:off x="5076545" y="5989703"/>
            <a:ext cx="281434" cy="894239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B295F30-33E4-4D69-8928-AA987E90B64B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5357979" y="4967915"/>
            <a:ext cx="1195285" cy="227965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E5596BC-589C-4499-BA03-EA9281C23201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>
          <a:xfrm>
            <a:off x="3616721" y="5233223"/>
            <a:ext cx="1364797" cy="1650719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EA291FA-A747-49F1-9EC2-AED050D08A65}"/>
              </a:ext>
            </a:extLst>
          </p:cNvPr>
          <p:cNvCxnSpPr>
            <a:cxnSpLocks/>
            <a:stCxn id="16" idx="5"/>
            <a:endCxn id="15" idx="2"/>
          </p:cNvCxnSpPr>
          <p:nvPr/>
        </p:nvCxnSpPr>
        <p:spPr>
          <a:xfrm>
            <a:off x="2680215" y="6904116"/>
            <a:ext cx="1891891" cy="358066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4645D76-A563-4296-A236-C61073D5C23F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842512" y="4786103"/>
            <a:ext cx="451802" cy="1472317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36FA1E7-0656-443C-AFD9-7BE9E6F48625}"/>
              </a:ext>
            </a:extLst>
          </p:cNvPr>
          <p:cNvCxnSpPr>
            <a:cxnSpLocks/>
            <a:stCxn id="17" idx="5"/>
            <a:endCxn id="15" idx="1"/>
          </p:cNvCxnSpPr>
          <p:nvPr/>
        </p:nvCxnSpPr>
        <p:spPr>
          <a:xfrm>
            <a:off x="2132009" y="4675319"/>
            <a:ext cx="2560011" cy="2319407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D55C1570-202A-4FE0-A7EE-17EA70B5043F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251923" y="4456569"/>
            <a:ext cx="955386" cy="398414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0EE5377-1098-4BB2-AD5E-B6BC0B4E0916}"/>
              </a:ext>
            </a:extLst>
          </p:cNvPr>
          <p:cNvCxnSpPr>
            <a:cxnSpLocks/>
            <a:stCxn id="17" idx="7"/>
            <a:endCxn id="10" idx="2"/>
          </p:cNvCxnSpPr>
          <p:nvPr/>
        </p:nvCxnSpPr>
        <p:spPr>
          <a:xfrm flipV="1">
            <a:off x="2132009" y="3204264"/>
            <a:ext cx="1646232" cy="936143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0C216EC-C2A9-4A5F-BCAD-0B2E1E2CC924}"/>
              </a:ext>
            </a:extLst>
          </p:cNvPr>
          <p:cNvSpPr txBox="1"/>
          <p:nvPr/>
        </p:nvSpPr>
        <p:spPr>
          <a:xfrm>
            <a:off x="1316275" y="5325869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5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8A0E4B-21D5-49E1-8A28-F17F6DD9482B}"/>
              </a:ext>
            </a:extLst>
          </p:cNvPr>
          <p:cNvSpPr txBox="1"/>
          <p:nvPr/>
        </p:nvSpPr>
        <p:spPr>
          <a:xfrm>
            <a:off x="3269254" y="7372966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4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7031E8-A28F-49AE-95AC-4C538487A2B9}"/>
              </a:ext>
            </a:extLst>
          </p:cNvPr>
          <p:cNvSpPr txBox="1"/>
          <p:nvPr/>
        </p:nvSpPr>
        <p:spPr>
          <a:xfrm>
            <a:off x="2895156" y="5923729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11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9F0BC2-F46A-42EB-BA16-2CDA05457F09}"/>
              </a:ext>
            </a:extLst>
          </p:cNvPr>
          <p:cNvSpPr txBox="1"/>
          <p:nvPr/>
        </p:nvSpPr>
        <p:spPr>
          <a:xfrm>
            <a:off x="4216932" y="5712627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10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566D87-ED64-426E-9614-2593C1E79165}"/>
              </a:ext>
            </a:extLst>
          </p:cNvPr>
          <p:cNvSpPr txBox="1"/>
          <p:nvPr/>
        </p:nvSpPr>
        <p:spPr>
          <a:xfrm>
            <a:off x="2667920" y="4135126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2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1F50C5-A1C1-4282-BB45-E5B849A2666C}"/>
              </a:ext>
            </a:extLst>
          </p:cNvPr>
          <p:cNvSpPr txBox="1"/>
          <p:nvPr/>
        </p:nvSpPr>
        <p:spPr>
          <a:xfrm>
            <a:off x="2499031" y="3053132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3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EC45-AF1F-4A32-B073-3BAB6F7961E0}"/>
              </a:ext>
            </a:extLst>
          </p:cNvPr>
          <p:cNvSpPr txBox="1"/>
          <p:nvPr/>
        </p:nvSpPr>
        <p:spPr>
          <a:xfrm>
            <a:off x="3857313" y="3825958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7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66348E-97E5-4EC4-97DB-909BDC75E9DE}"/>
              </a:ext>
            </a:extLst>
          </p:cNvPr>
          <p:cNvSpPr txBox="1"/>
          <p:nvPr/>
        </p:nvSpPr>
        <p:spPr>
          <a:xfrm>
            <a:off x="4593393" y="4988207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4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44FB36-E324-49E8-87C8-942DC1DE4C51}"/>
              </a:ext>
            </a:extLst>
          </p:cNvPr>
          <p:cNvSpPr txBox="1"/>
          <p:nvPr/>
        </p:nvSpPr>
        <p:spPr>
          <a:xfrm>
            <a:off x="5390929" y="3397994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10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43394-7EE0-46F2-A792-ED5C683C2433}"/>
              </a:ext>
            </a:extLst>
          </p:cNvPr>
          <p:cNvSpPr txBox="1"/>
          <p:nvPr/>
        </p:nvSpPr>
        <p:spPr>
          <a:xfrm>
            <a:off x="6329530" y="6097378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9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FBAC59-F700-4A99-9157-5475C6B69696}"/>
              </a:ext>
            </a:extLst>
          </p:cNvPr>
          <p:cNvSpPr txBox="1"/>
          <p:nvPr/>
        </p:nvSpPr>
        <p:spPr>
          <a:xfrm>
            <a:off x="5252766" y="6243453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2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B5079BD7-FA7D-4339-9894-47CA94AC3C87}"/>
              </a:ext>
            </a:extLst>
          </p:cNvPr>
          <p:cNvCxnSpPr>
            <a:cxnSpLocks/>
          </p:cNvCxnSpPr>
          <p:nvPr/>
        </p:nvCxnSpPr>
        <p:spPr>
          <a:xfrm flipV="1">
            <a:off x="4039456" y="4755695"/>
            <a:ext cx="2138097" cy="119462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251B0C6-237B-4A3B-A8D7-9C947A66ADD7}"/>
              </a:ext>
            </a:extLst>
          </p:cNvPr>
          <p:cNvSpPr txBox="1"/>
          <p:nvPr/>
        </p:nvSpPr>
        <p:spPr>
          <a:xfrm>
            <a:off x="4710097" y="4227298"/>
            <a:ext cx="619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6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FE5DBC-CC01-4730-93DD-010D8E5CA56E}"/>
              </a:ext>
            </a:extLst>
          </p:cNvPr>
          <p:cNvSpPr txBox="1"/>
          <p:nvPr/>
        </p:nvSpPr>
        <p:spPr>
          <a:xfrm>
            <a:off x="9688350" y="579320"/>
            <a:ext cx="691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Distance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CDAD67-ED74-46AF-9E5D-51809A305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798730"/>
              </p:ext>
            </p:extLst>
          </p:nvPr>
        </p:nvGraphicFramePr>
        <p:xfrm>
          <a:off x="9144000" y="1333567"/>
          <a:ext cx="7710904" cy="804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863">
                  <a:extLst>
                    <a:ext uri="{9D8B030D-6E8A-4147-A177-3AD203B41FA5}">
                      <a16:colId xmlns:a16="http://schemas.microsoft.com/office/drawing/2014/main" val="3292827374"/>
                    </a:ext>
                  </a:extLst>
                </a:gridCol>
                <a:gridCol w="963863">
                  <a:extLst>
                    <a:ext uri="{9D8B030D-6E8A-4147-A177-3AD203B41FA5}">
                      <a16:colId xmlns:a16="http://schemas.microsoft.com/office/drawing/2014/main" val="3686712540"/>
                    </a:ext>
                  </a:extLst>
                </a:gridCol>
                <a:gridCol w="963863">
                  <a:extLst>
                    <a:ext uri="{9D8B030D-6E8A-4147-A177-3AD203B41FA5}">
                      <a16:colId xmlns:a16="http://schemas.microsoft.com/office/drawing/2014/main" val="3046612206"/>
                    </a:ext>
                  </a:extLst>
                </a:gridCol>
                <a:gridCol w="963863">
                  <a:extLst>
                    <a:ext uri="{9D8B030D-6E8A-4147-A177-3AD203B41FA5}">
                      <a16:colId xmlns:a16="http://schemas.microsoft.com/office/drawing/2014/main" val="1950427214"/>
                    </a:ext>
                  </a:extLst>
                </a:gridCol>
                <a:gridCol w="963863">
                  <a:extLst>
                    <a:ext uri="{9D8B030D-6E8A-4147-A177-3AD203B41FA5}">
                      <a16:colId xmlns:a16="http://schemas.microsoft.com/office/drawing/2014/main" val="2392520489"/>
                    </a:ext>
                  </a:extLst>
                </a:gridCol>
                <a:gridCol w="963863">
                  <a:extLst>
                    <a:ext uri="{9D8B030D-6E8A-4147-A177-3AD203B41FA5}">
                      <a16:colId xmlns:a16="http://schemas.microsoft.com/office/drawing/2014/main" val="1768500957"/>
                    </a:ext>
                  </a:extLst>
                </a:gridCol>
                <a:gridCol w="963863">
                  <a:extLst>
                    <a:ext uri="{9D8B030D-6E8A-4147-A177-3AD203B41FA5}">
                      <a16:colId xmlns:a16="http://schemas.microsoft.com/office/drawing/2014/main" val="2149811859"/>
                    </a:ext>
                  </a:extLst>
                </a:gridCol>
                <a:gridCol w="963863">
                  <a:extLst>
                    <a:ext uri="{9D8B030D-6E8A-4147-A177-3AD203B41FA5}">
                      <a16:colId xmlns:a16="http://schemas.microsoft.com/office/drawing/2014/main" val="3916840827"/>
                    </a:ext>
                  </a:extLst>
                </a:gridCol>
              </a:tblGrid>
              <a:tr h="1004211"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697662"/>
                  </a:ext>
                </a:extLst>
              </a:tr>
              <a:tr h="1004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956958"/>
                  </a:ext>
                </a:extLst>
              </a:tr>
              <a:tr h="1004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1559"/>
                  </a:ext>
                </a:extLst>
              </a:tr>
              <a:tr h="1004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906657"/>
                  </a:ext>
                </a:extLst>
              </a:tr>
              <a:tr h="1004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426861"/>
                  </a:ext>
                </a:extLst>
              </a:tr>
              <a:tr h="1004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858039"/>
                  </a:ext>
                </a:extLst>
              </a:tr>
              <a:tr h="1004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79218"/>
                  </a:ext>
                </a:extLst>
              </a:tr>
              <a:tr h="10042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462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80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Uranus - Contents">
  <a:themeElements>
    <a:clrScheme name="Uranus Blue">
      <a:dk1>
        <a:srgbClr val="5F5F5F"/>
      </a:dk1>
      <a:lt1>
        <a:sysClr val="window" lastClr="FFFFFF"/>
      </a:lt1>
      <a:dk2>
        <a:srgbClr val="777777"/>
      </a:dk2>
      <a:lt2>
        <a:srgbClr val="EEECE1"/>
      </a:lt2>
      <a:accent1>
        <a:srgbClr val="0086AB"/>
      </a:accent1>
      <a:accent2>
        <a:srgbClr val="DA62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6AB"/>
      </a:hlink>
      <a:folHlink>
        <a:srgbClr val="006480"/>
      </a:folHlink>
    </a:clrScheme>
    <a:fontScheme name="Uranus">
      <a:majorFont>
        <a:latin typeface="Spica Neue P Light"/>
        <a:ea typeface="Spica Neue P Light"/>
        <a:cs typeface=""/>
      </a:majorFont>
      <a:minorFont>
        <a:latin typeface="Spica Neue P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ranus - No Header">
  <a:themeElements>
    <a:clrScheme name="Uranus Blue">
      <a:dk1>
        <a:srgbClr val="5F5F5F"/>
      </a:dk1>
      <a:lt1>
        <a:sysClr val="window" lastClr="FFFFFF"/>
      </a:lt1>
      <a:dk2>
        <a:srgbClr val="777777"/>
      </a:dk2>
      <a:lt2>
        <a:srgbClr val="EEECE1"/>
      </a:lt2>
      <a:accent1>
        <a:srgbClr val="0086AB"/>
      </a:accent1>
      <a:accent2>
        <a:srgbClr val="DA62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6AB"/>
      </a:hlink>
      <a:folHlink>
        <a:srgbClr val="006480"/>
      </a:folHlink>
    </a:clrScheme>
    <a:fontScheme name="Uranus">
      <a:majorFont>
        <a:latin typeface="Spica Neue P Light"/>
        <a:ea typeface="Spica Neue P Light"/>
        <a:cs typeface=""/>
      </a:majorFont>
      <a:minorFont>
        <a:latin typeface="Spica Neue P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sz="28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Uranus - Free Layout">
  <a:themeElements>
    <a:clrScheme name="Uranus Blue">
      <a:dk1>
        <a:srgbClr val="5F5F5F"/>
      </a:dk1>
      <a:lt1>
        <a:sysClr val="window" lastClr="FFFFFF"/>
      </a:lt1>
      <a:dk2>
        <a:srgbClr val="777777"/>
      </a:dk2>
      <a:lt2>
        <a:srgbClr val="EEECE1"/>
      </a:lt2>
      <a:accent1>
        <a:srgbClr val="0086AB"/>
      </a:accent1>
      <a:accent2>
        <a:srgbClr val="DA62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6AB"/>
      </a:hlink>
      <a:folHlink>
        <a:srgbClr val="006480"/>
      </a:folHlink>
    </a:clrScheme>
    <a:fontScheme name="Uranus">
      <a:majorFont>
        <a:latin typeface="Spica Neue P Light"/>
        <a:ea typeface="Spica Neue P Light"/>
        <a:cs typeface=""/>
      </a:majorFont>
      <a:minorFont>
        <a:latin typeface="Spica Neue P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1387</TotalTime>
  <Words>95</Words>
  <Application>Microsoft Office PowerPoint</Application>
  <PresentationFormat>사용자 지정</PresentationFormat>
  <Paragraphs>79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Spica Neue P</vt:lpstr>
      <vt:lpstr>Spica Neue P Bold</vt:lpstr>
      <vt:lpstr>Spica Neue P Light</vt:lpstr>
      <vt:lpstr>游ゴシック</vt:lpstr>
      <vt:lpstr>Arial</vt:lpstr>
      <vt:lpstr>Arial</vt:lpstr>
      <vt:lpstr>Wingdings</vt:lpstr>
      <vt:lpstr>Uranus - Contents</vt:lpstr>
      <vt:lpstr>Uranus - No Header</vt:lpstr>
      <vt:lpstr>Uranus - Free Layout</vt:lpstr>
      <vt:lpstr>그래프 3 (최단거리 알고리즘)</vt:lpstr>
      <vt:lpstr>목차</vt:lpstr>
      <vt:lpstr>다익스트라 알고리즘</vt:lpstr>
      <vt:lpstr>플로이드-워셜 알고리즘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Uranus</dc:title>
  <dc:subject>Uranus</dc:subject>
  <dc:creator>Jun Akizaki</dc:creator>
  <cp:keywords>Template</cp:keywords>
  <cp:lastModifiedBy>bo</cp:lastModifiedBy>
  <cp:revision>117</cp:revision>
  <dcterms:created xsi:type="dcterms:W3CDTF">2016-06-18T12:18:23Z</dcterms:created>
  <dcterms:modified xsi:type="dcterms:W3CDTF">2024-05-21T08:18:44Z</dcterms:modified>
</cp:coreProperties>
</file>