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76" r:id="rId2"/>
    <p:sldMasterId id="2147483664" r:id="rId3"/>
  </p:sldMasterIdLst>
  <p:notesMasterIdLst>
    <p:notesMasterId r:id="rId42"/>
  </p:notesMasterIdLst>
  <p:sldIdLst>
    <p:sldId id="260" r:id="rId4"/>
    <p:sldId id="267" r:id="rId5"/>
    <p:sldId id="292" r:id="rId6"/>
    <p:sldId id="405" r:id="rId7"/>
    <p:sldId id="406" r:id="rId8"/>
    <p:sldId id="407" r:id="rId9"/>
    <p:sldId id="408" r:id="rId10"/>
    <p:sldId id="409" r:id="rId11"/>
    <p:sldId id="410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21" r:id="rId22"/>
    <p:sldId id="422" r:id="rId23"/>
    <p:sldId id="423" r:id="rId24"/>
    <p:sldId id="424" r:id="rId25"/>
    <p:sldId id="425" r:id="rId26"/>
    <p:sldId id="426" r:id="rId27"/>
    <p:sldId id="427" r:id="rId28"/>
    <p:sldId id="428" r:id="rId29"/>
    <p:sldId id="429" r:id="rId30"/>
    <p:sldId id="404" r:id="rId31"/>
    <p:sldId id="396" r:id="rId32"/>
    <p:sldId id="398" r:id="rId33"/>
    <p:sldId id="397" r:id="rId34"/>
    <p:sldId id="399" r:id="rId35"/>
    <p:sldId id="400" r:id="rId36"/>
    <p:sldId id="401" r:id="rId37"/>
    <p:sldId id="402" r:id="rId38"/>
    <p:sldId id="403" r:id="rId39"/>
    <p:sldId id="411" r:id="rId40"/>
    <p:sldId id="351" r:id="rId41"/>
  </p:sldIdLst>
  <p:sldSz cx="18288000" cy="10285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734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6" y="70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5ABCC-732D-4DFB-BF35-D5B0D3F49F74}" type="datetimeFigureOut">
              <a:rPr kumimoji="1" lang="ja-JP" altLang="en-US" smtClean="0"/>
              <a:t>2024/5/12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2FBDB-533E-4526-9ECF-B2ACD996C9F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618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754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509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263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017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8771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526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280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034" algn="l" defTabSz="1371509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ヘッダーとフッター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2907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3053556"/>
            <a:ext cx="13030200" cy="41783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/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46948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とテキスト - 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6533660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65278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6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順番説明用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2101453"/>
            <a:ext cx="14986000" cy="5031978"/>
          </a:xfrm>
        </p:spPr>
        <p:txBody>
          <a:bodyPr anchor="ctr">
            <a:normAutofit/>
          </a:bodyPr>
          <a:lstStyle>
            <a:lvl1pPr marL="742950" indent="-792000" algn="l">
              <a:lnSpc>
                <a:spcPct val="120000"/>
              </a:lnSpc>
              <a:spcBef>
                <a:spcPts val="30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2628900" y="730646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5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順番説明用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6533660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65278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2101453"/>
            <a:ext cx="14986000" cy="4253309"/>
          </a:xfrm>
        </p:spPr>
        <p:txBody>
          <a:bodyPr anchor="ctr">
            <a:normAutofit/>
          </a:bodyPr>
          <a:lstStyle>
            <a:lvl1pPr marL="742950" indent="-792000" algn="l">
              <a:lnSpc>
                <a:spcPct val="120000"/>
              </a:lnSpc>
              <a:spcBef>
                <a:spcPts val="30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0782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 - 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730646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06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4102100"/>
            <a:ext cx="13030200" cy="4583906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39116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02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 - 上が広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5689600"/>
            <a:ext cx="13030200" cy="3403600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5499100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00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 - 見出し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3259137"/>
            <a:ext cx="13030200" cy="2336800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3170237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2204150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6821092"/>
            <a:ext cx="13030200" cy="2336800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2628900" y="6749656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2628900" y="5780619"/>
            <a:ext cx="13030200" cy="88185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1640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つのキーワ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5375812" y="2872125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27100" y="3200389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501836" y="3036256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5375812" y="4816369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27100" y="5144633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5501836" y="4980500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5375812" y="6760613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27100" y="7088877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501836" y="692474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2420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つのキーワ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5375812" y="2111045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27100" y="2439309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501836" y="2275176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4" name="直線コネクタ 13"/>
          <p:cNvCxnSpPr/>
          <p:nvPr userDrawn="1"/>
        </p:nvCxnSpPr>
        <p:spPr>
          <a:xfrm>
            <a:off x="5375812" y="3914594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27100" y="4242858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5501836" y="4078725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7" name="直線コネクタ 16"/>
          <p:cNvCxnSpPr/>
          <p:nvPr userDrawn="1"/>
        </p:nvCxnSpPr>
        <p:spPr>
          <a:xfrm>
            <a:off x="5375812" y="5718143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27100" y="6046407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501836" y="588227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0" name="直線コネクタ 19"/>
          <p:cNvCxnSpPr/>
          <p:nvPr userDrawn="1"/>
        </p:nvCxnSpPr>
        <p:spPr>
          <a:xfrm>
            <a:off x="5375812" y="7521693"/>
            <a:ext cx="0" cy="1538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27100" y="7849957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2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501836" y="768582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3270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つのキーワ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5375812" y="1905140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27100" y="2151338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501836" y="1987206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3" name="直線コネクタ 22"/>
          <p:cNvCxnSpPr/>
          <p:nvPr userDrawn="1"/>
        </p:nvCxnSpPr>
        <p:spPr>
          <a:xfrm>
            <a:off x="5375812" y="3401787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27100" y="3647985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25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5501836" y="3483853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5375812" y="4898434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27100" y="5144632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28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5501836" y="4980500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29" name="直線コネクタ 28"/>
          <p:cNvCxnSpPr/>
          <p:nvPr userDrawn="1"/>
        </p:nvCxnSpPr>
        <p:spPr>
          <a:xfrm>
            <a:off x="5375812" y="6395081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27100" y="6641279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31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5501836" y="6477147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32" name="直線コネクタ 31"/>
          <p:cNvCxnSpPr/>
          <p:nvPr userDrawn="1"/>
        </p:nvCxnSpPr>
        <p:spPr>
          <a:xfrm>
            <a:off x="5375812" y="7891728"/>
            <a:ext cx="0" cy="13742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927100" y="8137926"/>
            <a:ext cx="4322689" cy="881856"/>
          </a:xfrm>
        </p:spPr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1"/>
                </a:solidFill>
                <a:latin typeface="+mn-ea"/>
                <a:ea typeface="+mn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キーワード</a:t>
            </a:r>
            <a:endParaRPr kumimoji="1" lang="en-US" altLang="ja-JP" dirty="0"/>
          </a:p>
        </p:txBody>
      </p:sp>
      <p:sp>
        <p:nvSpPr>
          <p:cNvPr id="34" name="テキスト プレースホルダー 5"/>
          <p:cNvSpPr>
            <a:spLocks noGrp="1"/>
          </p:cNvSpPr>
          <p:nvPr>
            <p:ph type="body" sz="quarter" idx="21" hasCustomPrompt="1"/>
          </p:nvPr>
        </p:nvSpPr>
        <p:spPr>
          <a:xfrm>
            <a:off x="5501836" y="7973794"/>
            <a:ext cx="11916116" cy="1210121"/>
          </a:xfrm>
        </p:spPr>
        <p:txBody>
          <a:bodyPr anchor="ctr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1061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箇条書きスライド - 画面いっぱ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1549400"/>
            <a:ext cx="13030200" cy="8072438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24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3932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を挿入できるレイアウト -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677053" y="2110512"/>
            <a:ext cx="9175847" cy="6892118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24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3"/>
          </p:nvPr>
        </p:nvSpPr>
        <p:spPr>
          <a:xfrm>
            <a:off x="1645920" y="2110511"/>
            <a:ext cx="5776546" cy="6892119"/>
          </a:xfrm>
          <a:solidFill>
            <a:schemeClr val="accent1">
              <a:lumMod val="20000"/>
              <a:lumOff val="80000"/>
            </a:schemeClr>
          </a:solidFill>
          <a:effectLst>
            <a:outerShdw dist="127000" dir="2700000" algn="tl" rotWithShape="0">
              <a:schemeClr val="accent1"/>
            </a:outerShdw>
          </a:effectLst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022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に画像を挿入できるレイアウト - 箇条書き - 2つず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7677053" y="2110512"/>
            <a:ext cx="9175847" cy="3320981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3"/>
          </p:nvPr>
        </p:nvSpPr>
        <p:spPr>
          <a:xfrm>
            <a:off x="1640645" y="2110512"/>
            <a:ext cx="5781821" cy="3320981"/>
          </a:xfrm>
          <a:solidFill>
            <a:schemeClr val="accent1">
              <a:lumMod val="20000"/>
              <a:lumOff val="80000"/>
            </a:schemeClr>
          </a:solidFill>
          <a:effectLst>
            <a:outerShdw dist="127000" dir="2700000" algn="tl" rotWithShape="0">
              <a:schemeClr val="accent1"/>
            </a:outerShdw>
          </a:effectLst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677053" y="5866117"/>
            <a:ext cx="9175847" cy="3320981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11" name="図プレースホルダー 7"/>
          <p:cNvSpPr>
            <a:spLocks noGrp="1"/>
          </p:cNvSpPr>
          <p:nvPr>
            <p:ph type="pic" sz="quarter" idx="15"/>
          </p:nvPr>
        </p:nvSpPr>
        <p:spPr>
          <a:xfrm>
            <a:off x="1640645" y="5866117"/>
            <a:ext cx="5781821" cy="3320981"/>
          </a:xfrm>
          <a:solidFill>
            <a:schemeClr val="accent1">
              <a:lumMod val="20000"/>
              <a:lumOff val="80000"/>
            </a:schemeClr>
          </a:solidFill>
          <a:effectLst>
            <a:outerShdw dist="127000" dir="2700000" algn="tl" rotWithShape="0">
              <a:schemeClr val="accent1"/>
            </a:outerShdw>
          </a:effectLst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439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幅の広い画像を挿入でき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3"/>
          </p:nvPr>
        </p:nvSpPr>
        <p:spPr>
          <a:xfrm>
            <a:off x="0" y="1969832"/>
            <a:ext cx="18288000" cy="5043558"/>
          </a:xfrm>
          <a:solidFill>
            <a:schemeClr val="accent1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>
              <a:defRPr sz="2400"/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458869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9" name="直線コネクタ 8"/>
          <p:cNvCxnSpPr/>
          <p:nvPr userDrawn="1"/>
        </p:nvCxnSpPr>
        <p:spPr>
          <a:xfrm>
            <a:off x="2628900" y="730646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95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補足 - メインカラーの背景 -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2392472"/>
            <a:ext cx="18288000" cy="5500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3178600"/>
            <a:ext cx="16878300" cy="946851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35251" y="4531628"/>
            <a:ext cx="13253357" cy="2667207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628900" y="4389064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297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 - 番号付き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7576457" cy="10285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56344" y="2051163"/>
            <a:ext cx="6110514" cy="618308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8171543" y="1783556"/>
            <a:ext cx="9100457" cy="6718300"/>
          </a:xfrm>
        </p:spPr>
        <p:txBody>
          <a:bodyPr anchor="ctr">
            <a:normAutofit/>
          </a:bodyPr>
          <a:lstStyle>
            <a:lvl1pPr marL="504000" indent="-828000" algn="l">
              <a:lnSpc>
                <a:spcPct val="100000"/>
              </a:lnSpc>
              <a:spcBef>
                <a:spcPts val="42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2533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が左半分を占め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340948" y="1856206"/>
            <a:ext cx="8054746" cy="314284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pPr lvl="0"/>
            <a:r>
              <a:rPr kumimoji="1" lang="ja-JP" altLang="en-US" dirty="0"/>
              <a:t>見出しを入力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5153800"/>
            <a:ext cx="1828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9340948" y="5266345"/>
            <a:ext cx="8054746" cy="3807314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1978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画像が上半分を占め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8000" cy="543012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5728337"/>
            <a:ext cx="13030200" cy="1077996"/>
          </a:xfrm>
        </p:spPr>
        <p:txBody>
          <a:bodyPr anchor="b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7045482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12" name="直線コネクタ 11"/>
          <p:cNvCxnSpPr/>
          <p:nvPr userDrawn="1"/>
        </p:nvCxnSpPr>
        <p:spPr>
          <a:xfrm>
            <a:off x="2628900" y="6911839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32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タイトルとテキスト - 中央寄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3728076"/>
            <a:ext cx="13030200" cy="1077996"/>
          </a:xfrm>
        </p:spPr>
        <p:txBody>
          <a:bodyPr anchor="b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5045221"/>
            <a:ext cx="13030200" cy="1989931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628900" y="4911578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674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テキスト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4147741"/>
            <a:ext cx="13030200" cy="19899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83388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印象的な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6243827"/>
            <a:ext cx="13030200" cy="198993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0" y="0"/>
            <a:ext cx="18288000" cy="51419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745588" y="829993"/>
            <a:ext cx="16796825" cy="3896751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</p:spTree>
    <p:extLst>
      <p:ext uri="{BB962C8B-B14F-4D97-AF65-F5344CB8AC3E}">
        <p14:creationId xmlns:p14="http://schemas.microsoft.com/office/powerpoint/2010/main" val="169054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"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4102100"/>
            <a:ext cx="13030200" cy="4583906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  <a:defRPr sz="3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628900" y="3911600"/>
            <a:ext cx="15659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2738355"/>
            <a:ext cx="13030200" cy="1077996"/>
          </a:xfrm>
        </p:spPr>
        <p:txBody>
          <a:bodyPr anchor="b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スライドのタイトル</a:t>
            </a:r>
          </a:p>
        </p:txBody>
      </p:sp>
    </p:spTree>
    <p:extLst>
      <p:ext uri="{BB962C8B-B14F-4D97-AF65-F5344CB8AC3E}">
        <p14:creationId xmlns:p14="http://schemas.microsoft.com/office/powerpoint/2010/main" val="8214543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シ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403704"/>
            <a:ext cx="16878300" cy="1478004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78294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サブタイトル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3830596"/>
            <a:ext cx="16878300" cy="147800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5308600"/>
            <a:ext cx="13030200" cy="1473200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71916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サブタイトル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846596"/>
            <a:ext cx="16878300" cy="13383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3937000"/>
            <a:ext cx="13030200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344563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サブタイトル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846596"/>
            <a:ext cx="16878300" cy="13383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628900" y="3937000"/>
            <a:ext cx="13030200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  <p:sp>
        <p:nvSpPr>
          <p:cNvPr id="5" name="図プレースホルダー 4"/>
          <p:cNvSpPr>
            <a:spLocks noGrp="1"/>
          </p:cNvSpPr>
          <p:nvPr>
            <p:ph type="pic" sz="quarter" idx="14"/>
          </p:nvPr>
        </p:nvSpPr>
        <p:spPr>
          <a:xfrm>
            <a:off x="8570687" y="2790374"/>
            <a:ext cx="1146627" cy="1146626"/>
          </a:xfrm>
          <a:noFill/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34726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矩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505200" y="4494202"/>
            <a:ext cx="14077950" cy="109540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517900" y="5791210"/>
            <a:ext cx="13030200" cy="2024856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0" y="4494202"/>
            <a:ext cx="3238500" cy="1297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863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矩形と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479800" y="4986296"/>
            <a:ext cx="14243050" cy="11351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400"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4152900"/>
            <a:ext cx="12319000" cy="909596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4494202"/>
            <a:ext cx="3238500" cy="1297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084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画像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0" y="0"/>
            <a:ext cx="9144000" cy="10285413"/>
          </a:xfrm>
          <a:solidFill>
            <a:schemeClr val="accent1">
              <a:alpha val="30000"/>
            </a:schemeClr>
          </a:solidFill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9417956" y="7924800"/>
            <a:ext cx="844913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9392557" y="5160468"/>
            <a:ext cx="8474529" cy="18209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417957" y="4269016"/>
            <a:ext cx="8450833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1108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スライド - 画像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5878287"/>
            <a:ext cx="18288000" cy="3381828"/>
          </a:xfrm>
          <a:solidFill>
            <a:schemeClr val="accent1">
              <a:alpha val="30000"/>
            </a:schemeClr>
          </a:solidFill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3671661" y="8069943"/>
            <a:ext cx="10944679" cy="1008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1029597" y="6761719"/>
            <a:ext cx="16228806" cy="996933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  <a:latin typeface="Spica Neue P Bold" panose="02000803000000000000" pitchFamily="2" charset="-128"/>
                <a:ea typeface="Spica Neue P Bold" panose="02000803000000000000" pitchFamily="2" charset="-128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52286" y="5870267"/>
            <a:ext cx="16183428" cy="90959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サブタイトル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71950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おわりに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403704"/>
            <a:ext cx="16878300" cy="1478004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48920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おわりに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4994547"/>
            <a:ext cx="16878300" cy="1478004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3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7924800"/>
            <a:ext cx="13030200" cy="2024856"/>
          </a:xfrm>
        </p:spPr>
        <p:txBody>
          <a:bodyPr anchor="b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  <p:sp>
        <p:nvSpPr>
          <p:cNvPr id="5" name="図プレースホルダー 4"/>
          <p:cNvSpPr>
            <a:spLocks noGrp="1"/>
          </p:cNvSpPr>
          <p:nvPr>
            <p:ph type="pic" sz="quarter" idx="13"/>
          </p:nvPr>
        </p:nvSpPr>
        <p:spPr>
          <a:xfrm>
            <a:off x="8570687" y="3468094"/>
            <a:ext cx="1146627" cy="1146626"/>
          </a:xfrm>
          <a:noFill/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5043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 - メインカラーの背景 -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2392472"/>
            <a:ext cx="18288000" cy="5500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704850" y="3178600"/>
            <a:ext cx="16878300" cy="946851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>
                <a:latin typeface="+mj-ea"/>
                <a:ea typeface="+mj-ea"/>
                <a:cs typeface="Spica Neue P Bold" panose="02000803000000000000" pitchFamily="2" charset="-128"/>
              </a:defRPr>
            </a:lvl1pPr>
          </a:lstStyle>
          <a:p>
            <a:r>
              <a:rPr kumimoji="1" lang="ja-JP" altLang="en-US" dirty="0"/>
              <a:t>テキスト</a:t>
            </a:r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35251" y="4531628"/>
            <a:ext cx="13253357" cy="2667207"/>
          </a:xfrm>
        </p:spPr>
        <p:txBody>
          <a:bodyPr anchor="t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628900" y="4389064"/>
            <a:ext cx="1565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308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補足 - メインカラーの背景 -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>
            <a:spLocks noChangeAspect="1"/>
          </p:cNvSpPr>
          <p:nvPr userDrawn="1"/>
        </p:nvSpPr>
        <p:spPr>
          <a:xfrm>
            <a:off x="535147" y="542571"/>
            <a:ext cx="17217707" cy="9200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517322" y="2552032"/>
            <a:ext cx="13253357" cy="5181349"/>
          </a:xfrm>
        </p:spPr>
        <p:txBody>
          <a:bodyPr anchor="ctr">
            <a:normAutofit/>
          </a:bodyPr>
          <a:lstStyle>
            <a:lvl1pPr marL="457200" indent="-457200" algn="l">
              <a:lnSpc>
                <a:spcPct val="120000"/>
              </a:lnSpc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/>
            </a:lvl1pPr>
            <a:lvl3pPr>
              <a:defRPr>
                <a:solidFill>
                  <a:schemeClr val="tx2"/>
                </a:solidFill>
              </a:defRPr>
            </a:lvl3pPr>
          </a:lstStyle>
          <a:p>
            <a:pPr lvl="0"/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07044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ブレイク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8124859"/>
            <a:ext cx="15659100" cy="10779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セクションタイトル</a:t>
            </a:r>
          </a:p>
        </p:txBody>
      </p:sp>
      <p:cxnSp>
        <p:nvCxnSpPr>
          <p:cNvPr id="3" name="直線コネクタ 2"/>
          <p:cNvCxnSpPr/>
          <p:nvPr userDrawn="1"/>
        </p:nvCxnSpPr>
        <p:spPr>
          <a:xfrm>
            <a:off x="2628900" y="7994650"/>
            <a:ext cx="156591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105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とテキスト - メインカラーの背景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314450" y="3733231"/>
            <a:ext cx="15659100" cy="1292568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見出しを入力</a:t>
            </a:r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2628900" y="5221798"/>
            <a:ext cx="13030200" cy="1989931"/>
          </a:xfr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テキストを入力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65799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フルスクリーン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9085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フルスクリーン画像と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0" y="8004517"/>
            <a:ext cx="18288000" cy="1224475"/>
          </a:xfrm>
          <a:solidFill>
            <a:schemeClr val="tx1">
              <a:alpha val="2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</p:spTree>
    <p:extLst>
      <p:ext uri="{BB962C8B-B14F-4D97-AF65-F5344CB8AC3E}">
        <p14:creationId xmlns:p14="http://schemas.microsoft.com/office/powerpoint/2010/main" val="31385479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フルスクリーン画像とタイトルおよび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44529"/>
            <a:ext cx="18288000" cy="3940884"/>
          </a:xfrm>
          <a:solidFill>
            <a:schemeClr val="accent1">
              <a:alpha val="30000"/>
            </a:schemeClr>
          </a:solidFill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628900" y="6541481"/>
            <a:ext cx="13030200" cy="1097866"/>
          </a:xfrm>
          <a:noFill/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スライドタイトル</a:t>
            </a:r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2628900" y="7696462"/>
            <a:ext cx="13030200" cy="2024318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テキスト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3278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7100" y="471404"/>
            <a:ext cx="16687800" cy="107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7100" y="1981200"/>
            <a:ext cx="16675100" cy="7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17043400" y="9533055"/>
            <a:ext cx="736600" cy="752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43400" y="9621955"/>
            <a:ext cx="7366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3"/>
          </p:nvPr>
        </p:nvSpPr>
        <p:spPr>
          <a:xfrm>
            <a:off x="10680700" y="9621838"/>
            <a:ext cx="61722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2700" y="589932"/>
            <a:ext cx="736600" cy="752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5561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90" r:id="rId4"/>
    <p:sldLayoutId id="2147483691" r:id="rId5"/>
    <p:sldLayoutId id="2147483670" r:id="rId6"/>
    <p:sldLayoutId id="2147483671" r:id="rId7"/>
    <p:sldLayoutId id="2147483674" r:id="rId8"/>
    <p:sldLayoutId id="2147483673" r:id="rId9"/>
    <p:sldLayoutId id="2147483687" r:id="rId10"/>
    <p:sldLayoutId id="2147483688" r:id="rId11"/>
    <p:sldLayoutId id="2147483689" r:id="rId12"/>
    <p:sldLayoutId id="2147483672" r:id="rId13"/>
    <p:sldLayoutId id="2147483679" r:id="rId14"/>
    <p:sldLayoutId id="2147483693" r:id="rId15"/>
    <p:sldLayoutId id="2147483680" r:id="rId16"/>
    <p:sldLayoutId id="2147483704" r:id="rId17"/>
  </p:sldLayoutIdLst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342854" algn="l" defTabSz="1371417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8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89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7100" y="471404"/>
            <a:ext cx="16687800" cy="107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7100" y="1981200"/>
            <a:ext cx="16675100" cy="7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17043400" y="9533055"/>
            <a:ext cx="736600" cy="752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43400" y="9621955"/>
            <a:ext cx="7366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fld id="{D28C7C6D-0F52-4FBA-8358-35C6083C213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3"/>
          </p:nvPr>
        </p:nvSpPr>
        <p:spPr>
          <a:xfrm>
            <a:off x="10680700" y="9621838"/>
            <a:ext cx="6172200" cy="5476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/>
              <a:t>The Power of PowerPoint - thepopp.com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819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4" r:id="rId2"/>
    <p:sldLayoutId id="2147483692" r:id="rId3"/>
    <p:sldLayoutId id="2147483685" r:id="rId4"/>
    <p:sldLayoutId id="2147483686" r:id="rId5"/>
    <p:sldLayoutId id="2147483696" r:id="rId6"/>
    <p:sldLayoutId id="2147483697" r:id="rId7"/>
  </p:sldLayoutIdLst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0000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342854" algn="l" defTabSz="1371417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8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89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484104"/>
            <a:ext cx="16878300" cy="1077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981200"/>
            <a:ext cx="16878300" cy="740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4536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700" r:id="rId4"/>
    <p:sldLayoutId id="2147483668" r:id="rId5"/>
    <p:sldLayoutId id="2147483669" r:id="rId6"/>
    <p:sldLayoutId id="2147483701" r:id="rId7"/>
    <p:sldLayoutId id="2147483702" r:id="rId8"/>
    <p:sldLayoutId id="2147483694" r:id="rId9"/>
    <p:sldLayoutId id="2147483695" r:id="rId10"/>
    <p:sldLayoutId id="2147483698" r:id="rId11"/>
    <p:sldLayoutId id="2147483699" r:id="rId12"/>
    <p:sldLayoutId id="2147483675" r:id="rId13"/>
    <p:sldLayoutId id="2147483703" r:id="rId14"/>
    <p:sldLayoutId id="2147483682" r:id="rId15"/>
    <p:sldLayoutId id="2147483681" r:id="rId16"/>
    <p:sldLayoutId id="2147483683" r:id="rId17"/>
  </p:sldLayoutIdLst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90000"/>
        </a:lnSpc>
        <a:spcBef>
          <a:spcPts val="1500"/>
        </a:spcBef>
        <a:buFont typeface="Wingdings" panose="05000000000000000000" pitchFamily="2" charset="2"/>
        <a:buNone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46" indent="0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32000" indent="-342854" algn="l" defTabSz="1371417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399980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5689" indent="-342854" algn="l" defTabSz="1371417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3447715" y="4575154"/>
            <a:ext cx="14243050" cy="1135104"/>
          </a:xfrm>
        </p:spPr>
        <p:txBody>
          <a:bodyPr/>
          <a:lstStyle/>
          <a:p>
            <a:r>
              <a:rPr kumimoji="1" lang="ko-KR" altLang="en-US" b="1" dirty="0"/>
              <a:t>그래프 </a:t>
            </a:r>
            <a:r>
              <a:rPr kumimoji="1" lang="en-US" altLang="ko-KR" b="1" dirty="0"/>
              <a:t>2 (Union</a:t>
            </a:r>
            <a:r>
              <a:rPr lang="en-US" altLang="ko-KR" b="1" dirty="0"/>
              <a:t>-find</a:t>
            </a:r>
            <a:r>
              <a:rPr kumimoji="1" lang="en-US" altLang="ko-KR" b="1" dirty="0"/>
              <a:t> , MST, </a:t>
            </a:r>
            <a:r>
              <a:rPr lang="ko-KR" altLang="en-US" b="1" dirty="0"/>
              <a:t>위상 정렬</a:t>
            </a:r>
            <a:r>
              <a:rPr kumimoji="1" lang="en-US" altLang="ko-KR" b="1" dirty="0"/>
              <a:t>)</a:t>
            </a:r>
            <a:endParaRPr kumimoji="1" lang="ja-JP" altLang="en-US" b="1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2"/>
          </p:nvPr>
        </p:nvSpPr>
        <p:spPr>
          <a:xfrm>
            <a:off x="6890904" y="7107377"/>
            <a:ext cx="4506191" cy="2024856"/>
          </a:xfrm>
        </p:spPr>
        <p:txBody>
          <a:bodyPr/>
          <a:lstStyle/>
          <a:p>
            <a:r>
              <a:rPr lang="ko-KR" altLang="en-US" dirty="0"/>
              <a:t>컴퓨터 공학과 </a:t>
            </a:r>
            <a:r>
              <a:rPr lang="en-US" altLang="ko-KR" dirty="0"/>
              <a:t>20230546 </a:t>
            </a:r>
            <a:r>
              <a:rPr lang="ko-KR" altLang="en-US" dirty="0"/>
              <a:t>서보경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834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목차</a:t>
            </a:r>
            <a:endParaRPr kumimoji="1" lang="ja-JP" altLang="en-US" b="1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tx1">
                    <a:lumMod val="50000"/>
                  </a:schemeClr>
                </a:solidFill>
              </a:rPr>
              <a:t>신장 트리</a:t>
            </a:r>
            <a:r>
              <a:rPr lang="en-US" altLang="ko-KR" b="1" dirty="0">
                <a:solidFill>
                  <a:schemeClr val="tx1">
                    <a:lumMod val="50000"/>
                  </a:schemeClr>
                </a:solidFill>
              </a:rPr>
              <a:t>(ST)</a:t>
            </a:r>
            <a:r>
              <a:rPr lang="ko-KR" altLang="en-US" b="1" dirty="0">
                <a:solidFill>
                  <a:schemeClr val="tx1">
                    <a:lumMod val="50000"/>
                  </a:schemeClr>
                </a:solidFill>
              </a:rPr>
              <a:t>란</a:t>
            </a:r>
            <a:r>
              <a:rPr lang="en-US" altLang="ko-KR" b="1" dirty="0">
                <a:solidFill>
                  <a:schemeClr val="tx1">
                    <a:lumMod val="50000"/>
                  </a:schemeClr>
                </a:solidFill>
              </a:rPr>
              <a:t>?</a:t>
            </a:r>
            <a:endParaRPr kumimoji="1" lang="en-US" altLang="ko-KR" b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ko-KR" b="1" dirty="0">
                <a:solidFill>
                  <a:schemeClr val="tx1">
                    <a:lumMod val="50000"/>
                  </a:schemeClr>
                </a:solidFill>
              </a:rPr>
              <a:t>Union - find </a:t>
            </a:r>
          </a:p>
          <a:p>
            <a:r>
              <a:rPr kumimoji="1" lang="en-US" altLang="ko-KR" b="1" dirty="0" err="1">
                <a:solidFill>
                  <a:schemeClr val="tx1">
                    <a:lumMod val="50000"/>
                  </a:schemeClr>
                </a:solidFill>
              </a:rPr>
              <a:t>Kruscal</a:t>
            </a:r>
            <a:r>
              <a:rPr kumimoji="1" lang="ko-KR" altLang="en-US" b="1" dirty="0">
                <a:solidFill>
                  <a:schemeClr val="tx1">
                    <a:lumMod val="50000"/>
                  </a:schemeClr>
                </a:solidFill>
              </a:rPr>
              <a:t>의 </a:t>
            </a:r>
            <a:r>
              <a:rPr kumimoji="1" lang="en-US" altLang="ko-KR" b="1" dirty="0">
                <a:solidFill>
                  <a:schemeClr val="tx1">
                    <a:lumMod val="50000"/>
                  </a:schemeClr>
                </a:solidFill>
              </a:rPr>
              <a:t>MST</a:t>
            </a:r>
            <a:endParaRPr lang="en-US" altLang="ko-KR" b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ja-JP" b="1" dirty="0">
                <a:solidFill>
                  <a:schemeClr val="tx1">
                    <a:lumMod val="50000"/>
                  </a:schemeClr>
                </a:solidFill>
              </a:rPr>
              <a:t>Prim</a:t>
            </a:r>
            <a:r>
              <a:rPr lang="ko-KR" altLang="en-US" b="1" dirty="0">
                <a:solidFill>
                  <a:schemeClr val="tx1">
                    <a:lumMod val="50000"/>
                  </a:schemeClr>
                </a:solidFill>
              </a:rPr>
              <a:t>의 </a:t>
            </a:r>
            <a:r>
              <a:rPr lang="en-US" altLang="ko-KR" b="1" dirty="0">
                <a:solidFill>
                  <a:schemeClr val="tx1">
                    <a:lumMod val="50000"/>
                  </a:schemeClr>
                </a:solidFill>
              </a:rPr>
              <a:t>MST</a:t>
            </a:r>
          </a:p>
          <a:p>
            <a:r>
              <a:rPr kumimoji="1" lang="ko-KR" altLang="en-US" b="1" dirty="0">
                <a:solidFill>
                  <a:schemeClr val="tx1">
                    <a:lumMod val="50000"/>
                  </a:schemeClr>
                </a:solidFill>
              </a:rPr>
              <a:t>위상 정렬 </a:t>
            </a:r>
            <a:endParaRPr kumimoji="1" lang="en-US" altLang="ja-JP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スライド番号プレースホルダー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14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신장 트리</a:t>
            </a:r>
            <a:r>
              <a:rPr lang="en-US" altLang="ko-KR" dirty="0"/>
              <a:t>(ST)</a:t>
            </a:r>
            <a:r>
              <a:rPr lang="ko-KR" altLang="en-US" dirty="0"/>
              <a:t>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EEB0A1B-C2CE-FCDE-CE30-576AE1CAB7EA}"/>
              </a:ext>
            </a:extLst>
          </p:cNvPr>
          <p:cNvSpPr/>
          <p:nvPr/>
        </p:nvSpPr>
        <p:spPr>
          <a:xfrm>
            <a:off x="2449738" y="252196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82E713-E48F-FDEA-CE0F-D4CF033BB199}"/>
              </a:ext>
            </a:extLst>
          </p:cNvPr>
          <p:cNvSpPr/>
          <p:nvPr/>
        </p:nvSpPr>
        <p:spPr>
          <a:xfrm>
            <a:off x="608059" y="53722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4214150" y="53722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08181E7-847F-4C32-4176-E174F922FC7D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 flipH="1">
            <a:off x="1249743" y="3603694"/>
            <a:ext cx="1387940" cy="1768578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2ED76C4-D76A-4DD2-0301-992CBA90DE40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3545161" y="3603694"/>
            <a:ext cx="1310673" cy="1768578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7BE08DC-BED9-7448-9497-E6E1133236D3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1891427" y="6005935"/>
            <a:ext cx="2322723" cy="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A8D3273-EF54-D11F-7275-6DC7AB2837A3}"/>
              </a:ext>
            </a:extLst>
          </p:cNvPr>
          <p:cNvSpPr txBox="1"/>
          <p:nvPr/>
        </p:nvSpPr>
        <p:spPr>
          <a:xfrm>
            <a:off x="1775361" y="6942586"/>
            <a:ext cx="3722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연결 그래프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6F83B7E-E114-D515-6437-C53700EEC482}"/>
              </a:ext>
            </a:extLst>
          </p:cNvPr>
          <p:cNvSpPr/>
          <p:nvPr/>
        </p:nvSpPr>
        <p:spPr>
          <a:xfrm>
            <a:off x="7876347" y="165970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8A5AC5E-432E-AFAC-C91F-11AACB8371B4}"/>
              </a:ext>
            </a:extLst>
          </p:cNvPr>
          <p:cNvSpPr/>
          <p:nvPr/>
        </p:nvSpPr>
        <p:spPr>
          <a:xfrm>
            <a:off x="6492533" y="3825260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2B1C29E-3714-8B21-9434-C7A2AC462438}"/>
              </a:ext>
            </a:extLst>
          </p:cNvPr>
          <p:cNvSpPr/>
          <p:nvPr/>
        </p:nvSpPr>
        <p:spPr>
          <a:xfrm>
            <a:off x="9172625" y="3816440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5D5EDD1-CFB1-3517-471D-694F1310E075}"/>
              </a:ext>
            </a:extLst>
          </p:cNvPr>
          <p:cNvCxnSpPr>
            <a:cxnSpLocks/>
            <a:stCxn id="28" idx="5"/>
            <a:endCxn id="32" idx="0"/>
          </p:cNvCxnSpPr>
          <p:nvPr/>
        </p:nvCxnSpPr>
        <p:spPr>
          <a:xfrm>
            <a:off x="8971770" y="2741434"/>
            <a:ext cx="842539" cy="107500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540EAB5-0254-DCB9-8F66-E1AD0129431C}"/>
              </a:ext>
            </a:extLst>
          </p:cNvPr>
          <p:cNvCxnSpPr>
            <a:cxnSpLocks/>
            <a:stCxn id="32" idx="2"/>
            <a:endCxn id="30" idx="6"/>
          </p:cNvCxnSpPr>
          <p:nvPr/>
        </p:nvCxnSpPr>
        <p:spPr>
          <a:xfrm flipH="1">
            <a:off x="7775901" y="4450103"/>
            <a:ext cx="1396724" cy="882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D9101F65-BA1D-54B3-680B-642CDCAAEB8C}"/>
              </a:ext>
            </a:extLst>
          </p:cNvPr>
          <p:cNvSpPr/>
          <p:nvPr/>
        </p:nvSpPr>
        <p:spPr>
          <a:xfrm>
            <a:off x="13423707" y="166852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F5592C40-F1C8-EC43-C573-C46BA47D69CF}"/>
              </a:ext>
            </a:extLst>
          </p:cNvPr>
          <p:cNvSpPr/>
          <p:nvPr/>
        </p:nvSpPr>
        <p:spPr>
          <a:xfrm>
            <a:off x="12039893" y="3834080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C743419A-975A-6F27-E1F1-56C7452564BA}"/>
              </a:ext>
            </a:extLst>
          </p:cNvPr>
          <p:cNvSpPr/>
          <p:nvPr/>
        </p:nvSpPr>
        <p:spPr>
          <a:xfrm>
            <a:off x="14719985" y="3825260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25204F9-BF15-34FC-65A6-5097D1F82DF4}"/>
              </a:ext>
            </a:extLst>
          </p:cNvPr>
          <p:cNvCxnSpPr>
            <a:cxnSpLocks/>
            <a:stCxn id="48" idx="5"/>
            <a:endCxn id="50" idx="0"/>
          </p:cNvCxnSpPr>
          <p:nvPr/>
        </p:nvCxnSpPr>
        <p:spPr>
          <a:xfrm>
            <a:off x="14519130" y="2750254"/>
            <a:ext cx="842539" cy="107500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4777A99-9D71-EA21-8DDE-57E7DD27348E}"/>
              </a:ext>
            </a:extLst>
          </p:cNvPr>
          <p:cNvCxnSpPr>
            <a:cxnSpLocks/>
            <a:stCxn id="48" idx="3"/>
            <a:endCxn id="49" idx="0"/>
          </p:cNvCxnSpPr>
          <p:nvPr/>
        </p:nvCxnSpPr>
        <p:spPr>
          <a:xfrm flipH="1">
            <a:off x="12681577" y="2750254"/>
            <a:ext cx="930075" cy="108382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ACED4F22-DD57-A75A-45E2-6B3F1B8F852D}"/>
              </a:ext>
            </a:extLst>
          </p:cNvPr>
          <p:cNvSpPr/>
          <p:nvPr/>
        </p:nvSpPr>
        <p:spPr>
          <a:xfrm>
            <a:off x="10627133" y="5162389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7EA2BA6-FFF1-48AF-4718-1BDBA5F17149}"/>
              </a:ext>
            </a:extLst>
          </p:cNvPr>
          <p:cNvSpPr/>
          <p:nvPr/>
        </p:nvSpPr>
        <p:spPr>
          <a:xfrm>
            <a:off x="9243319" y="7327945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4857CA51-E265-166C-B13D-ADB44C71142D}"/>
              </a:ext>
            </a:extLst>
          </p:cNvPr>
          <p:cNvSpPr/>
          <p:nvPr/>
        </p:nvSpPr>
        <p:spPr>
          <a:xfrm>
            <a:off x="11923411" y="7319125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8730DF1-3A0C-0ED3-BFB9-3097F91DC368}"/>
              </a:ext>
            </a:extLst>
          </p:cNvPr>
          <p:cNvCxnSpPr>
            <a:cxnSpLocks/>
            <a:stCxn id="56" idx="2"/>
            <a:endCxn id="55" idx="6"/>
          </p:cNvCxnSpPr>
          <p:nvPr/>
        </p:nvCxnSpPr>
        <p:spPr>
          <a:xfrm flipH="1">
            <a:off x="10526687" y="7952788"/>
            <a:ext cx="1396724" cy="882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ED55B22-D43A-F095-E9C1-6A50B1D4FF80}"/>
              </a:ext>
            </a:extLst>
          </p:cNvPr>
          <p:cNvCxnSpPr>
            <a:cxnSpLocks/>
            <a:stCxn id="54" idx="3"/>
            <a:endCxn id="55" idx="0"/>
          </p:cNvCxnSpPr>
          <p:nvPr/>
        </p:nvCxnSpPr>
        <p:spPr>
          <a:xfrm flipH="1">
            <a:off x="9885003" y="6244119"/>
            <a:ext cx="930075" cy="108382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313E67A-D73F-8C9A-347A-D4A27E3BAB03}"/>
              </a:ext>
            </a:extLst>
          </p:cNvPr>
          <p:cNvSpPr txBox="1"/>
          <p:nvPr/>
        </p:nvSpPr>
        <p:spPr>
          <a:xfrm>
            <a:off x="13207254" y="6005935"/>
            <a:ext cx="3722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신장 트리</a:t>
            </a:r>
          </a:p>
        </p:txBody>
      </p:sp>
    </p:spTree>
    <p:extLst>
      <p:ext uri="{BB962C8B-B14F-4D97-AF65-F5344CB8AC3E}">
        <p14:creationId xmlns:p14="http://schemas.microsoft.com/office/powerpoint/2010/main" val="325755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27" grpId="0"/>
      <p:bldP spid="28" grpId="0" animBg="1"/>
      <p:bldP spid="30" grpId="0" animBg="1"/>
      <p:bldP spid="32" grpId="0" animBg="1"/>
      <p:bldP spid="48" grpId="0" animBg="1"/>
      <p:bldP spid="49" grpId="0" animBg="1"/>
      <p:bldP spid="50" grpId="0" animBg="1"/>
      <p:bldP spid="54" grpId="0" animBg="1"/>
      <p:bldP spid="55" grpId="0" animBg="1"/>
      <p:bldP spid="56" grpId="0" animBg="1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최소 비용 신장 트리</a:t>
            </a:r>
            <a:r>
              <a:rPr lang="en-US" altLang="ko-KR" dirty="0"/>
              <a:t>(MST)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090E66E-45B5-4D84-DAF2-E0666A4C8362}"/>
              </a:ext>
            </a:extLst>
          </p:cNvPr>
          <p:cNvSpPr/>
          <p:nvPr/>
        </p:nvSpPr>
        <p:spPr>
          <a:xfrm>
            <a:off x="608059" y="251034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B46CE93-F1DE-6754-B186-7B15464E9A14}"/>
              </a:ext>
            </a:extLst>
          </p:cNvPr>
          <p:cNvSpPr/>
          <p:nvPr/>
        </p:nvSpPr>
        <p:spPr>
          <a:xfrm>
            <a:off x="608059" y="53722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1FA2D8D-BDA4-1F6A-981A-625D033DE411}"/>
              </a:ext>
            </a:extLst>
          </p:cNvPr>
          <p:cNvSpPr/>
          <p:nvPr/>
        </p:nvSpPr>
        <p:spPr>
          <a:xfrm>
            <a:off x="4214150" y="53722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FDC6269-ECAB-E078-86B0-86BC0C5EEE26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1249743" y="3777668"/>
            <a:ext cx="0" cy="1594604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92909E1-5441-5939-AED6-A3CF9110C42A}"/>
              </a:ext>
            </a:extLst>
          </p:cNvPr>
          <p:cNvCxnSpPr>
            <a:cxnSpLocks/>
            <a:stCxn id="18" idx="4"/>
            <a:endCxn id="6" idx="0"/>
          </p:cNvCxnSpPr>
          <p:nvPr/>
        </p:nvCxnSpPr>
        <p:spPr>
          <a:xfrm>
            <a:off x="4855834" y="3774158"/>
            <a:ext cx="0" cy="1598114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40CFDDB-B6DA-3FBD-D7D6-691D627FFDFA}"/>
              </a:ext>
            </a:extLst>
          </p:cNvPr>
          <p:cNvCxnSpPr>
            <a:cxnSpLocks/>
            <a:stCxn id="6" idx="2"/>
            <a:endCxn id="3" idx="6"/>
          </p:cNvCxnSpPr>
          <p:nvPr/>
        </p:nvCxnSpPr>
        <p:spPr>
          <a:xfrm flipH="1">
            <a:off x="1891427" y="6005935"/>
            <a:ext cx="2322723" cy="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4F20CCA6-0E2E-3DFD-DB7B-B6FBBAE6C08F}"/>
              </a:ext>
            </a:extLst>
          </p:cNvPr>
          <p:cNvSpPr/>
          <p:nvPr/>
        </p:nvSpPr>
        <p:spPr>
          <a:xfrm>
            <a:off x="4214150" y="250683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FE79F69-6CB2-8960-A42C-7D94C9C28751}"/>
              </a:ext>
            </a:extLst>
          </p:cNvPr>
          <p:cNvCxnSpPr>
            <a:cxnSpLocks/>
            <a:stCxn id="2" idx="6"/>
            <a:endCxn id="18" idx="2"/>
          </p:cNvCxnSpPr>
          <p:nvPr/>
        </p:nvCxnSpPr>
        <p:spPr>
          <a:xfrm flipV="1">
            <a:off x="1891427" y="3140495"/>
            <a:ext cx="2322723" cy="351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DE8FC0E-A9BB-EBD3-2E45-A0DBE7FBCD66}"/>
              </a:ext>
            </a:extLst>
          </p:cNvPr>
          <p:cNvCxnSpPr>
            <a:cxnSpLocks/>
            <a:stCxn id="2" idx="5"/>
            <a:endCxn id="6" idx="1"/>
          </p:cNvCxnSpPr>
          <p:nvPr/>
        </p:nvCxnSpPr>
        <p:spPr>
          <a:xfrm>
            <a:off x="1703482" y="3592072"/>
            <a:ext cx="2698613" cy="196579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B0F4283-9A81-D5AF-7E8C-0E10192EB1B2}"/>
              </a:ext>
            </a:extLst>
          </p:cNvPr>
          <p:cNvSpPr txBox="1"/>
          <p:nvPr/>
        </p:nvSpPr>
        <p:spPr>
          <a:xfrm>
            <a:off x="3052788" y="4084411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22F32D-2770-FE38-3C5B-DF4CDAE067A2}"/>
              </a:ext>
            </a:extLst>
          </p:cNvPr>
          <p:cNvSpPr txBox="1"/>
          <p:nvPr/>
        </p:nvSpPr>
        <p:spPr>
          <a:xfrm>
            <a:off x="5148654" y="4146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8AC124-BE75-F8DF-8137-0C7C6F2638C3}"/>
              </a:ext>
            </a:extLst>
          </p:cNvPr>
          <p:cNvSpPr txBox="1"/>
          <p:nvPr/>
        </p:nvSpPr>
        <p:spPr>
          <a:xfrm>
            <a:off x="2768135" y="251456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CAC6C3-5430-B4B7-5D2B-368B9D03DEDF}"/>
              </a:ext>
            </a:extLst>
          </p:cNvPr>
          <p:cNvSpPr txBox="1"/>
          <p:nvPr/>
        </p:nvSpPr>
        <p:spPr>
          <a:xfrm>
            <a:off x="608059" y="415383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EBAFB5-38D3-6E1B-791B-A664371C14F9}"/>
              </a:ext>
            </a:extLst>
          </p:cNvPr>
          <p:cNvSpPr txBox="1"/>
          <p:nvPr/>
        </p:nvSpPr>
        <p:spPr>
          <a:xfrm>
            <a:off x="2768135" y="608603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BBF8083-DF5C-FA42-D4B7-CB55C0598D2D}"/>
              </a:ext>
            </a:extLst>
          </p:cNvPr>
          <p:cNvSpPr/>
          <p:nvPr/>
        </p:nvSpPr>
        <p:spPr>
          <a:xfrm>
            <a:off x="6207862" y="251034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8BFB424-ADCB-B007-BCC8-8AF5D5A27360}"/>
              </a:ext>
            </a:extLst>
          </p:cNvPr>
          <p:cNvSpPr/>
          <p:nvPr/>
        </p:nvSpPr>
        <p:spPr>
          <a:xfrm>
            <a:off x="6207862" y="53722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ED50920-877C-A53C-A7DD-EDC19616B66C}"/>
              </a:ext>
            </a:extLst>
          </p:cNvPr>
          <p:cNvSpPr/>
          <p:nvPr/>
        </p:nvSpPr>
        <p:spPr>
          <a:xfrm>
            <a:off x="9813953" y="53722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CFE75F7-EEED-83B3-283E-40138FCEE28C}"/>
              </a:ext>
            </a:extLst>
          </p:cNvPr>
          <p:cNvCxnSpPr>
            <a:cxnSpLocks/>
            <a:stCxn id="38" idx="4"/>
            <a:endCxn id="39" idx="0"/>
          </p:cNvCxnSpPr>
          <p:nvPr/>
        </p:nvCxnSpPr>
        <p:spPr>
          <a:xfrm>
            <a:off x="6849546" y="3777668"/>
            <a:ext cx="0" cy="1594604"/>
          </a:xfrm>
          <a:prstGeom prst="line">
            <a:avLst/>
          </a:prstGeom>
          <a:ln w="762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828EF5B-28CC-6C4E-84E8-8D17F5E01F93}"/>
              </a:ext>
            </a:extLst>
          </p:cNvPr>
          <p:cNvCxnSpPr>
            <a:cxnSpLocks/>
            <a:stCxn id="44" idx="4"/>
            <a:endCxn id="40" idx="0"/>
          </p:cNvCxnSpPr>
          <p:nvPr/>
        </p:nvCxnSpPr>
        <p:spPr>
          <a:xfrm>
            <a:off x="10455637" y="3774158"/>
            <a:ext cx="0" cy="1598114"/>
          </a:xfrm>
          <a:prstGeom prst="line">
            <a:avLst/>
          </a:prstGeom>
          <a:ln w="762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B071EC4-3316-261A-F7F3-269C225310B0}"/>
              </a:ext>
            </a:extLst>
          </p:cNvPr>
          <p:cNvCxnSpPr>
            <a:cxnSpLocks/>
            <a:stCxn id="40" idx="2"/>
            <a:endCxn id="39" idx="6"/>
          </p:cNvCxnSpPr>
          <p:nvPr/>
        </p:nvCxnSpPr>
        <p:spPr>
          <a:xfrm flipH="1">
            <a:off x="7491230" y="6005935"/>
            <a:ext cx="2322723" cy="0"/>
          </a:xfrm>
          <a:prstGeom prst="line">
            <a:avLst/>
          </a:prstGeom>
          <a:ln w="762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3653D492-7CAC-D335-1508-130CDD59C270}"/>
              </a:ext>
            </a:extLst>
          </p:cNvPr>
          <p:cNvSpPr/>
          <p:nvPr/>
        </p:nvSpPr>
        <p:spPr>
          <a:xfrm>
            <a:off x="9813953" y="250683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5AFC22BD-1EEF-4781-4BF2-54711D1FEDD5}"/>
              </a:ext>
            </a:extLst>
          </p:cNvPr>
          <p:cNvCxnSpPr>
            <a:cxnSpLocks/>
            <a:stCxn id="38" idx="6"/>
            <a:endCxn id="44" idx="2"/>
          </p:cNvCxnSpPr>
          <p:nvPr/>
        </p:nvCxnSpPr>
        <p:spPr>
          <a:xfrm flipV="1">
            <a:off x="7491230" y="3140495"/>
            <a:ext cx="2322723" cy="351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DEB4926-03B5-C0EA-0287-34B457248333}"/>
              </a:ext>
            </a:extLst>
          </p:cNvPr>
          <p:cNvCxnSpPr>
            <a:cxnSpLocks/>
            <a:stCxn id="38" idx="5"/>
            <a:endCxn id="40" idx="1"/>
          </p:cNvCxnSpPr>
          <p:nvPr/>
        </p:nvCxnSpPr>
        <p:spPr>
          <a:xfrm>
            <a:off x="7303285" y="3592072"/>
            <a:ext cx="2698613" cy="196579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906641A-9DA8-D3DF-22FB-DF8F3D949BD8}"/>
              </a:ext>
            </a:extLst>
          </p:cNvPr>
          <p:cNvSpPr txBox="1"/>
          <p:nvPr/>
        </p:nvSpPr>
        <p:spPr>
          <a:xfrm>
            <a:off x="8652591" y="4084411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284820-7B52-B1BE-A5ED-C16DD346ABB7}"/>
              </a:ext>
            </a:extLst>
          </p:cNvPr>
          <p:cNvSpPr txBox="1"/>
          <p:nvPr/>
        </p:nvSpPr>
        <p:spPr>
          <a:xfrm>
            <a:off x="10748457" y="4146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A592CE-AD0E-7BFC-3E10-E75561ED0F64}"/>
              </a:ext>
            </a:extLst>
          </p:cNvPr>
          <p:cNvSpPr txBox="1"/>
          <p:nvPr/>
        </p:nvSpPr>
        <p:spPr>
          <a:xfrm>
            <a:off x="8367938" y="251456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410EDD-E61B-2BFF-6F93-048EE3F36909}"/>
              </a:ext>
            </a:extLst>
          </p:cNvPr>
          <p:cNvSpPr txBox="1"/>
          <p:nvPr/>
        </p:nvSpPr>
        <p:spPr>
          <a:xfrm>
            <a:off x="6207862" y="415383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93C873-05C4-32ED-25C5-1831AD547CC3}"/>
              </a:ext>
            </a:extLst>
          </p:cNvPr>
          <p:cNvSpPr txBox="1"/>
          <p:nvPr/>
        </p:nvSpPr>
        <p:spPr>
          <a:xfrm>
            <a:off x="8367938" y="608603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D614E11-633A-C4B7-0117-06D68869BA58}"/>
              </a:ext>
            </a:extLst>
          </p:cNvPr>
          <p:cNvSpPr/>
          <p:nvPr/>
        </p:nvSpPr>
        <p:spPr>
          <a:xfrm>
            <a:off x="11951586" y="2535466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FFF617F-F1FA-BF7C-31B5-C2BB9DE5CE38}"/>
              </a:ext>
            </a:extLst>
          </p:cNvPr>
          <p:cNvSpPr/>
          <p:nvPr/>
        </p:nvSpPr>
        <p:spPr>
          <a:xfrm>
            <a:off x="11951586" y="5397396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C6C6A7BF-E3EE-6395-6049-B8D2D2542643}"/>
              </a:ext>
            </a:extLst>
          </p:cNvPr>
          <p:cNvSpPr/>
          <p:nvPr/>
        </p:nvSpPr>
        <p:spPr>
          <a:xfrm>
            <a:off x="15557677" y="5397396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7F6DD1B-2A24-EE19-CEB6-60B3FDFD0F90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12593270" y="3802792"/>
            <a:ext cx="0" cy="1594604"/>
          </a:xfrm>
          <a:prstGeom prst="line">
            <a:avLst/>
          </a:prstGeom>
          <a:ln w="762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8C34BEF-B5FF-5AC4-DED1-5715CC9F476B}"/>
              </a:ext>
            </a:extLst>
          </p:cNvPr>
          <p:cNvCxnSpPr>
            <a:cxnSpLocks/>
            <a:stCxn id="69" idx="4"/>
            <a:endCxn id="65" idx="0"/>
          </p:cNvCxnSpPr>
          <p:nvPr/>
        </p:nvCxnSpPr>
        <p:spPr>
          <a:xfrm>
            <a:off x="16199361" y="3799282"/>
            <a:ext cx="0" cy="1598114"/>
          </a:xfrm>
          <a:prstGeom prst="line">
            <a:avLst/>
          </a:prstGeom>
          <a:ln w="762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493D4FD7-C63F-0789-7EE7-E3F1DE47F1A2}"/>
              </a:ext>
            </a:extLst>
          </p:cNvPr>
          <p:cNvCxnSpPr>
            <a:cxnSpLocks/>
            <a:stCxn id="65" idx="2"/>
            <a:endCxn id="64" idx="6"/>
          </p:cNvCxnSpPr>
          <p:nvPr/>
        </p:nvCxnSpPr>
        <p:spPr>
          <a:xfrm flipH="1">
            <a:off x="13234954" y="6031059"/>
            <a:ext cx="2322723" cy="0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타원 68">
            <a:extLst>
              <a:ext uri="{FF2B5EF4-FFF2-40B4-BE49-F238E27FC236}">
                <a16:creationId xmlns:a16="http://schemas.microsoft.com/office/drawing/2014/main" id="{58DB70A4-9241-401E-AD0F-88CE2851F7E4}"/>
              </a:ext>
            </a:extLst>
          </p:cNvPr>
          <p:cNvSpPr/>
          <p:nvPr/>
        </p:nvSpPr>
        <p:spPr>
          <a:xfrm>
            <a:off x="15557677" y="2531956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2EBBD44F-5259-7403-2BAE-88C011761462}"/>
              </a:ext>
            </a:extLst>
          </p:cNvPr>
          <p:cNvCxnSpPr>
            <a:cxnSpLocks/>
            <a:stCxn id="63" idx="6"/>
            <a:endCxn id="69" idx="2"/>
          </p:cNvCxnSpPr>
          <p:nvPr/>
        </p:nvCxnSpPr>
        <p:spPr>
          <a:xfrm flipV="1">
            <a:off x="13234954" y="3165619"/>
            <a:ext cx="2322723" cy="3510"/>
          </a:xfrm>
          <a:prstGeom prst="line">
            <a:avLst/>
          </a:prstGeom>
          <a:ln w="762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669D2B9C-FB8F-1C8C-2B47-5A351AE730D4}"/>
              </a:ext>
            </a:extLst>
          </p:cNvPr>
          <p:cNvCxnSpPr>
            <a:cxnSpLocks/>
            <a:stCxn id="63" idx="5"/>
            <a:endCxn id="65" idx="1"/>
          </p:cNvCxnSpPr>
          <p:nvPr/>
        </p:nvCxnSpPr>
        <p:spPr>
          <a:xfrm>
            <a:off x="13047009" y="3617196"/>
            <a:ext cx="2698613" cy="1965796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2914A27-FDBB-82EB-DB24-4A6552415042}"/>
              </a:ext>
            </a:extLst>
          </p:cNvPr>
          <p:cNvSpPr txBox="1"/>
          <p:nvPr/>
        </p:nvSpPr>
        <p:spPr>
          <a:xfrm>
            <a:off x="14396315" y="410953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83FC4-5F54-5F96-7CAD-826624CD31EF}"/>
              </a:ext>
            </a:extLst>
          </p:cNvPr>
          <p:cNvSpPr txBox="1"/>
          <p:nvPr/>
        </p:nvSpPr>
        <p:spPr>
          <a:xfrm>
            <a:off x="16492181" y="41719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E6396F-558B-22A4-A2BF-663F6F3DCCBC}"/>
              </a:ext>
            </a:extLst>
          </p:cNvPr>
          <p:cNvSpPr txBox="1"/>
          <p:nvPr/>
        </p:nvSpPr>
        <p:spPr>
          <a:xfrm>
            <a:off x="14111662" y="253968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1DF05A-58FD-0966-0659-201F0BB3AFFE}"/>
              </a:ext>
            </a:extLst>
          </p:cNvPr>
          <p:cNvSpPr txBox="1"/>
          <p:nvPr/>
        </p:nvSpPr>
        <p:spPr>
          <a:xfrm>
            <a:off x="11951586" y="417895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1824CF-FB50-E046-3EFE-9A07C3E0755E}"/>
              </a:ext>
            </a:extLst>
          </p:cNvPr>
          <p:cNvSpPr txBox="1"/>
          <p:nvPr/>
        </p:nvSpPr>
        <p:spPr>
          <a:xfrm>
            <a:off x="14111662" y="611115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9E360C-321A-1CA0-1284-9571BBC2CD72}"/>
              </a:ext>
            </a:extLst>
          </p:cNvPr>
          <p:cNvSpPr txBox="1"/>
          <p:nvPr/>
        </p:nvSpPr>
        <p:spPr>
          <a:xfrm>
            <a:off x="6153471" y="7010115"/>
            <a:ext cx="5126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신장 트리</a:t>
            </a:r>
            <a:endParaRPr lang="en-US" altLang="ko-KR" sz="36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전체 비용 </a:t>
            </a:r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= 4 + 5 + 2 = 11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4598C5-17BD-98A7-16A5-F7758895938D}"/>
              </a:ext>
            </a:extLst>
          </p:cNvPr>
          <p:cNvSpPr txBox="1"/>
          <p:nvPr/>
        </p:nvSpPr>
        <p:spPr>
          <a:xfrm>
            <a:off x="11848589" y="7010115"/>
            <a:ext cx="5126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최소 비용 신장 트리</a:t>
            </a:r>
            <a:endParaRPr lang="en-US" altLang="ko-KR" sz="36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전체 비용 </a:t>
            </a:r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= 4 + 1 + 2 = 7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764909-C5B0-E98D-9EF3-BA93D93A40FB}"/>
              </a:ext>
            </a:extLst>
          </p:cNvPr>
          <p:cNvSpPr txBox="1"/>
          <p:nvPr/>
        </p:nvSpPr>
        <p:spPr>
          <a:xfrm>
            <a:off x="2353071" y="6970386"/>
            <a:ext cx="3722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그래프</a:t>
            </a:r>
          </a:p>
        </p:txBody>
      </p:sp>
    </p:spTree>
    <p:extLst>
      <p:ext uri="{BB962C8B-B14F-4D97-AF65-F5344CB8AC3E}">
        <p14:creationId xmlns:p14="http://schemas.microsoft.com/office/powerpoint/2010/main" val="359860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18" grpId="0" animBg="1"/>
      <p:bldP spid="29" grpId="0"/>
      <p:bldP spid="31" grpId="0"/>
      <p:bldP spid="33" grpId="0"/>
      <p:bldP spid="34" grpId="0"/>
      <p:bldP spid="37" grpId="0"/>
      <p:bldP spid="38" grpId="0" animBg="1"/>
      <p:bldP spid="39" grpId="0" animBg="1"/>
      <p:bldP spid="40" grpId="0" animBg="1"/>
      <p:bldP spid="44" grpId="0" animBg="1"/>
      <p:bldP spid="47" grpId="0"/>
      <p:bldP spid="52" grpId="0"/>
      <p:bldP spid="57" grpId="0"/>
      <p:bldP spid="60" grpId="0"/>
      <p:bldP spid="62" grpId="0"/>
      <p:bldP spid="63" grpId="0" animBg="1"/>
      <p:bldP spid="64" grpId="0" animBg="1"/>
      <p:bldP spid="65" grpId="0" animBg="1"/>
      <p:bldP spid="69" grpId="0" animBg="1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Union - find</a:t>
            </a: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75C4B2-E4A0-D25C-41C4-8ED832822069}"/>
              </a:ext>
            </a:extLst>
          </p:cNvPr>
          <p:cNvSpPr/>
          <p:nvPr/>
        </p:nvSpPr>
        <p:spPr>
          <a:xfrm>
            <a:off x="4524145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9CBFCAE-9ACF-DC9A-4603-19BFD9130B32}"/>
              </a:ext>
            </a:extLst>
          </p:cNvPr>
          <p:cNvSpPr/>
          <p:nvPr/>
        </p:nvSpPr>
        <p:spPr>
          <a:xfrm>
            <a:off x="5927623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258AB1-0638-ED8B-93F1-E6D5AC5D12F5}"/>
              </a:ext>
            </a:extLst>
          </p:cNvPr>
          <p:cNvSpPr/>
          <p:nvPr/>
        </p:nvSpPr>
        <p:spPr>
          <a:xfrm>
            <a:off x="7225577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D6DB3F3-1908-AE46-EE13-F69A982EF14F}"/>
              </a:ext>
            </a:extLst>
          </p:cNvPr>
          <p:cNvSpPr/>
          <p:nvPr/>
        </p:nvSpPr>
        <p:spPr>
          <a:xfrm>
            <a:off x="8583796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EDF1348-C256-F9ED-6615-7FC671788A8D}"/>
              </a:ext>
            </a:extLst>
          </p:cNvPr>
          <p:cNvSpPr/>
          <p:nvPr/>
        </p:nvSpPr>
        <p:spPr>
          <a:xfrm>
            <a:off x="9953780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1E248CB-C2E4-D65C-929F-0488D6E0EDD2}"/>
              </a:ext>
            </a:extLst>
          </p:cNvPr>
          <p:cNvSpPr/>
          <p:nvPr/>
        </p:nvSpPr>
        <p:spPr>
          <a:xfrm>
            <a:off x="11309681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F756ACD-0CBC-06F5-EB32-DCBB8826ACC4}"/>
              </a:ext>
            </a:extLst>
          </p:cNvPr>
          <p:cNvSpPr/>
          <p:nvPr/>
        </p:nvSpPr>
        <p:spPr>
          <a:xfrm>
            <a:off x="12643448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ABDF0B8-C4DD-57C4-DB42-5DF57DFF83C6}"/>
              </a:ext>
            </a:extLst>
          </p:cNvPr>
          <p:cNvSpPr/>
          <p:nvPr/>
        </p:nvSpPr>
        <p:spPr>
          <a:xfrm>
            <a:off x="13977215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H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AB8AE54-19F9-8412-4A30-109B7E1B5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135374"/>
              </p:ext>
            </p:extLst>
          </p:nvPr>
        </p:nvGraphicFramePr>
        <p:xfrm>
          <a:off x="2844560" y="5854200"/>
          <a:ext cx="12192003" cy="152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노드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부모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1E26210-49B9-B9A6-4DC2-F96FABF1B84E}"/>
              </a:ext>
            </a:extLst>
          </p:cNvPr>
          <p:cNvSpPr txBox="1"/>
          <p:nvPr/>
        </p:nvSpPr>
        <p:spPr>
          <a:xfrm>
            <a:off x="4688085" y="4140226"/>
            <a:ext cx="11990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50000"/>
                  </a:schemeClr>
                </a:solidFill>
              </a:rPr>
              <a:t>두 노드가 같은 트리에 속하는지 알아낼 수 있는 방법</a:t>
            </a:r>
            <a:endParaRPr lang="en-US" altLang="ko-KR" sz="2800" b="1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ko-KR" altLang="en-US" sz="2800" b="1" dirty="0">
                <a:solidFill>
                  <a:schemeClr val="tx1">
                    <a:lumMod val="50000"/>
                  </a:schemeClr>
                </a:solidFill>
              </a:rPr>
              <a:t>처음은 모두가 루트 노드이므로 부모 노드가 존재하지 않음</a:t>
            </a:r>
            <a:r>
              <a:rPr lang="en-US" altLang="ko-KR" sz="28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ko-KR" altLang="en-US" sz="28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D60D1-0AEB-E0FF-86F1-8194758686A0}"/>
              </a:ext>
            </a:extLst>
          </p:cNvPr>
          <p:cNvSpPr txBox="1"/>
          <p:nvPr/>
        </p:nvSpPr>
        <p:spPr>
          <a:xfrm>
            <a:off x="3699327" y="1598317"/>
            <a:ext cx="11990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신장 트리는 모든 정점을 최소한의 간선으로 연결 해야 하며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</a:rPr>
              <a:t>사이클이 없어야 한다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2400" b="1" dirty="0">
                <a:solidFill>
                  <a:srgbClr val="FF0000"/>
                </a:solidFill>
              </a:rPr>
              <a:t>사이클을 어떻게 판단 해야 할까</a:t>
            </a:r>
            <a:r>
              <a:rPr lang="en-US" altLang="ko-KR" sz="2400" b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0865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3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Union - find</a:t>
            </a: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75C4B2-E4A0-D25C-41C4-8ED832822069}"/>
              </a:ext>
            </a:extLst>
          </p:cNvPr>
          <p:cNvSpPr/>
          <p:nvPr/>
        </p:nvSpPr>
        <p:spPr>
          <a:xfrm>
            <a:off x="4524145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9CBFCAE-9ACF-DC9A-4603-19BFD9130B32}"/>
              </a:ext>
            </a:extLst>
          </p:cNvPr>
          <p:cNvSpPr/>
          <p:nvPr/>
        </p:nvSpPr>
        <p:spPr>
          <a:xfrm>
            <a:off x="5927623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258AB1-0638-ED8B-93F1-E6D5AC5D12F5}"/>
              </a:ext>
            </a:extLst>
          </p:cNvPr>
          <p:cNvSpPr/>
          <p:nvPr/>
        </p:nvSpPr>
        <p:spPr>
          <a:xfrm>
            <a:off x="7225577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D6DB3F3-1908-AE46-EE13-F69A982EF14F}"/>
              </a:ext>
            </a:extLst>
          </p:cNvPr>
          <p:cNvSpPr/>
          <p:nvPr/>
        </p:nvSpPr>
        <p:spPr>
          <a:xfrm>
            <a:off x="8583796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EDF1348-C256-F9ED-6615-7FC671788A8D}"/>
              </a:ext>
            </a:extLst>
          </p:cNvPr>
          <p:cNvSpPr/>
          <p:nvPr/>
        </p:nvSpPr>
        <p:spPr>
          <a:xfrm>
            <a:off x="9953780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1E248CB-C2E4-D65C-929F-0488D6E0EDD2}"/>
              </a:ext>
            </a:extLst>
          </p:cNvPr>
          <p:cNvSpPr/>
          <p:nvPr/>
        </p:nvSpPr>
        <p:spPr>
          <a:xfrm>
            <a:off x="11309681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F756ACD-0CBC-06F5-EB32-DCBB8826ACC4}"/>
              </a:ext>
            </a:extLst>
          </p:cNvPr>
          <p:cNvSpPr/>
          <p:nvPr/>
        </p:nvSpPr>
        <p:spPr>
          <a:xfrm>
            <a:off x="12643448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ABDF0B8-C4DD-57C4-DB42-5DF57DFF83C6}"/>
              </a:ext>
            </a:extLst>
          </p:cNvPr>
          <p:cNvSpPr/>
          <p:nvPr/>
        </p:nvSpPr>
        <p:spPr>
          <a:xfrm>
            <a:off x="13977215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H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AB8AE54-19F9-8412-4A30-109B7E1B5F32}"/>
              </a:ext>
            </a:extLst>
          </p:cNvPr>
          <p:cNvGraphicFramePr>
            <a:graphicFrameLocks noGrp="1"/>
          </p:cNvGraphicFramePr>
          <p:nvPr/>
        </p:nvGraphicFramePr>
        <p:xfrm>
          <a:off x="2844560" y="5854200"/>
          <a:ext cx="12192003" cy="152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노드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부모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1E26210-49B9-B9A6-4DC2-F96FABF1B84E}"/>
              </a:ext>
            </a:extLst>
          </p:cNvPr>
          <p:cNvSpPr txBox="1"/>
          <p:nvPr/>
        </p:nvSpPr>
        <p:spPr>
          <a:xfrm>
            <a:off x="7634988" y="1469434"/>
            <a:ext cx="11990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merge(A,B)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916456E-1CDA-444E-E2F3-F5470BEECAD1}"/>
              </a:ext>
            </a:extLst>
          </p:cNvPr>
          <p:cNvSpPr/>
          <p:nvPr/>
        </p:nvSpPr>
        <p:spPr>
          <a:xfrm>
            <a:off x="4524145" y="45704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84A435-EF20-5023-D2E1-43B577B994BC}"/>
              </a:ext>
            </a:extLst>
          </p:cNvPr>
          <p:cNvCxnSpPr>
            <a:cxnSpLocks/>
            <a:stCxn id="5" idx="4"/>
            <a:endCxn id="2" idx="0"/>
          </p:cNvCxnSpPr>
          <p:nvPr/>
        </p:nvCxnSpPr>
        <p:spPr>
          <a:xfrm>
            <a:off x="4933557" y="3498806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원호 9">
            <a:extLst>
              <a:ext uri="{FF2B5EF4-FFF2-40B4-BE49-F238E27FC236}">
                <a16:creationId xmlns:a16="http://schemas.microsoft.com/office/drawing/2014/main" id="{688900C0-95A5-8720-A95D-BE1255A9B975}"/>
              </a:ext>
            </a:extLst>
          </p:cNvPr>
          <p:cNvSpPr/>
          <p:nvPr/>
        </p:nvSpPr>
        <p:spPr>
          <a:xfrm rot="2933320" flipV="1">
            <a:off x="4713397" y="5645397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ED66C6-3F20-ADFE-87BB-033DBF35585D}"/>
              </a:ext>
            </a:extLst>
          </p:cNvPr>
          <p:cNvSpPr/>
          <p:nvPr/>
        </p:nvSpPr>
        <p:spPr>
          <a:xfrm>
            <a:off x="5795433" y="668570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4C0D9-1715-58DC-AA8A-AF2BAAB5A78C}"/>
              </a:ext>
            </a:extLst>
          </p:cNvPr>
          <p:cNvSpPr txBox="1"/>
          <p:nvPr/>
        </p:nvSpPr>
        <p:spPr>
          <a:xfrm>
            <a:off x="5884993" y="661015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</a:rPr>
              <a:t>0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43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/>
      <p:bldP spid="2" grpId="0" animBg="1"/>
      <p:bldP spid="10" grpId="0" animBg="1"/>
      <p:bldP spid="25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Union - find</a:t>
            </a: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75C4B2-E4A0-D25C-41C4-8ED832822069}"/>
              </a:ext>
            </a:extLst>
          </p:cNvPr>
          <p:cNvSpPr/>
          <p:nvPr/>
        </p:nvSpPr>
        <p:spPr>
          <a:xfrm>
            <a:off x="4524145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258AB1-0638-ED8B-93F1-E6D5AC5D12F5}"/>
              </a:ext>
            </a:extLst>
          </p:cNvPr>
          <p:cNvSpPr/>
          <p:nvPr/>
        </p:nvSpPr>
        <p:spPr>
          <a:xfrm>
            <a:off x="7225577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D6DB3F3-1908-AE46-EE13-F69A982EF14F}"/>
              </a:ext>
            </a:extLst>
          </p:cNvPr>
          <p:cNvSpPr/>
          <p:nvPr/>
        </p:nvSpPr>
        <p:spPr>
          <a:xfrm>
            <a:off x="8583796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EDF1348-C256-F9ED-6615-7FC671788A8D}"/>
              </a:ext>
            </a:extLst>
          </p:cNvPr>
          <p:cNvSpPr/>
          <p:nvPr/>
        </p:nvSpPr>
        <p:spPr>
          <a:xfrm>
            <a:off x="9953780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1E248CB-C2E4-D65C-929F-0488D6E0EDD2}"/>
              </a:ext>
            </a:extLst>
          </p:cNvPr>
          <p:cNvSpPr/>
          <p:nvPr/>
        </p:nvSpPr>
        <p:spPr>
          <a:xfrm>
            <a:off x="11309681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F756ACD-0CBC-06F5-EB32-DCBB8826ACC4}"/>
              </a:ext>
            </a:extLst>
          </p:cNvPr>
          <p:cNvSpPr/>
          <p:nvPr/>
        </p:nvSpPr>
        <p:spPr>
          <a:xfrm>
            <a:off x="12643448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ABDF0B8-C4DD-57C4-DB42-5DF57DFF83C6}"/>
              </a:ext>
            </a:extLst>
          </p:cNvPr>
          <p:cNvSpPr/>
          <p:nvPr/>
        </p:nvSpPr>
        <p:spPr>
          <a:xfrm>
            <a:off x="13977215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H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AB8AE54-19F9-8412-4A30-109B7E1B5F32}"/>
              </a:ext>
            </a:extLst>
          </p:cNvPr>
          <p:cNvGraphicFramePr>
            <a:graphicFrameLocks noGrp="1"/>
          </p:cNvGraphicFramePr>
          <p:nvPr/>
        </p:nvGraphicFramePr>
        <p:xfrm>
          <a:off x="2844560" y="5854200"/>
          <a:ext cx="12192003" cy="152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노드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부모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1E26210-49B9-B9A6-4DC2-F96FABF1B84E}"/>
              </a:ext>
            </a:extLst>
          </p:cNvPr>
          <p:cNvSpPr txBox="1"/>
          <p:nvPr/>
        </p:nvSpPr>
        <p:spPr>
          <a:xfrm>
            <a:off x="5802065" y="1565714"/>
            <a:ext cx="11990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merge(C,D) , merge(E,F), merge(G,H)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916456E-1CDA-444E-E2F3-F5470BEECAD1}"/>
              </a:ext>
            </a:extLst>
          </p:cNvPr>
          <p:cNvSpPr/>
          <p:nvPr/>
        </p:nvSpPr>
        <p:spPr>
          <a:xfrm>
            <a:off x="4524145" y="45704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84A435-EF20-5023-D2E1-43B577B994BC}"/>
              </a:ext>
            </a:extLst>
          </p:cNvPr>
          <p:cNvCxnSpPr>
            <a:cxnSpLocks/>
            <a:stCxn id="5" idx="4"/>
            <a:endCxn id="2" idx="0"/>
          </p:cNvCxnSpPr>
          <p:nvPr/>
        </p:nvCxnSpPr>
        <p:spPr>
          <a:xfrm>
            <a:off x="4933557" y="3498806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ED66C6-3F20-ADFE-87BB-033DBF35585D}"/>
              </a:ext>
            </a:extLst>
          </p:cNvPr>
          <p:cNvSpPr/>
          <p:nvPr/>
        </p:nvSpPr>
        <p:spPr>
          <a:xfrm>
            <a:off x="5795433" y="668570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4C0D9-1715-58DC-AA8A-AF2BAAB5A78C}"/>
              </a:ext>
            </a:extLst>
          </p:cNvPr>
          <p:cNvSpPr txBox="1"/>
          <p:nvPr/>
        </p:nvSpPr>
        <p:spPr>
          <a:xfrm>
            <a:off x="5884993" y="661015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원호 3">
            <a:extLst>
              <a:ext uri="{FF2B5EF4-FFF2-40B4-BE49-F238E27FC236}">
                <a16:creationId xmlns:a16="http://schemas.microsoft.com/office/drawing/2014/main" id="{653B6D91-2D59-7030-7C2A-0DA61C241F59}"/>
              </a:ext>
            </a:extLst>
          </p:cNvPr>
          <p:cNvSpPr/>
          <p:nvPr/>
        </p:nvSpPr>
        <p:spPr>
          <a:xfrm rot="2933320" flipV="1">
            <a:off x="7441598" y="5652773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1C1C2A60-1E83-FEF0-4AAE-B7B2BA99AA27}"/>
              </a:ext>
            </a:extLst>
          </p:cNvPr>
          <p:cNvSpPr/>
          <p:nvPr/>
        </p:nvSpPr>
        <p:spPr>
          <a:xfrm rot="2933320" flipV="1">
            <a:off x="10169799" y="5660149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EFB65F92-6E31-70C1-FF3A-9DD5CDFFCDBF}"/>
              </a:ext>
            </a:extLst>
          </p:cNvPr>
          <p:cNvSpPr/>
          <p:nvPr/>
        </p:nvSpPr>
        <p:spPr>
          <a:xfrm rot="2933320" flipV="1">
            <a:off x="12931258" y="5667525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FA4816-8A8C-015F-DB66-DEB81A682264}"/>
              </a:ext>
            </a:extLst>
          </p:cNvPr>
          <p:cNvSpPr/>
          <p:nvPr/>
        </p:nvSpPr>
        <p:spPr>
          <a:xfrm>
            <a:off x="8639096" y="672221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59ED5C-0845-B211-0524-E67FD45ADBEA}"/>
              </a:ext>
            </a:extLst>
          </p:cNvPr>
          <p:cNvSpPr/>
          <p:nvPr/>
        </p:nvSpPr>
        <p:spPr>
          <a:xfrm>
            <a:off x="11242305" y="6711645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F1434E-8F66-F2CE-C016-1DA6BFD75868}"/>
              </a:ext>
            </a:extLst>
          </p:cNvPr>
          <p:cNvSpPr/>
          <p:nvPr/>
        </p:nvSpPr>
        <p:spPr>
          <a:xfrm>
            <a:off x="14003764" y="6694155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571CDF-4763-BF17-71B9-B11AD0E9DB85}"/>
              </a:ext>
            </a:extLst>
          </p:cNvPr>
          <p:cNvSpPr txBox="1"/>
          <p:nvPr/>
        </p:nvSpPr>
        <p:spPr>
          <a:xfrm>
            <a:off x="8596663" y="6613841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</a:rPr>
              <a:t>2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61D0CF-4516-3C67-CFDA-FFADE6BC128C}"/>
              </a:ext>
            </a:extLst>
          </p:cNvPr>
          <p:cNvSpPr txBox="1"/>
          <p:nvPr/>
        </p:nvSpPr>
        <p:spPr>
          <a:xfrm>
            <a:off x="11309681" y="658889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</a:rPr>
              <a:t>4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2E3328-CE84-8844-8E2C-B6A8E7D862EF}"/>
              </a:ext>
            </a:extLst>
          </p:cNvPr>
          <p:cNvSpPr txBox="1"/>
          <p:nvPr/>
        </p:nvSpPr>
        <p:spPr>
          <a:xfrm>
            <a:off x="14010251" y="658889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</a:rPr>
              <a:t>6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E63B713-174B-2FB8-AF00-B70202A52BDE}"/>
              </a:ext>
            </a:extLst>
          </p:cNvPr>
          <p:cNvSpPr/>
          <p:nvPr/>
        </p:nvSpPr>
        <p:spPr>
          <a:xfrm>
            <a:off x="7221513" y="45963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E0B751F-55E5-4549-5BB3-891483FC420A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7630925" y="3524693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FBCF126B-8CBB-D264-10F8-FB29EA53E274}"/>
              </a:ext>
            </a:extLst>
          </p:cNvPr>
          <p:cNvSpPr/>
          <p:nvPr/>
        </p:nvSpPr>
        <p:spPr>
          <a:xfrm>
            <a:off x="9951346" y="456887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E80B860-BEB2-300E-E484-928127F576BF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360758" y="3497243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9FB9A1F8-27DF-27B4-EA14-D7D59E267177}"/>
              </a:ext>
            </a:extLst>
          </p:cNvPr>
          <p:cNvSpPr/>
          <p:nvPr/>
        </p:nvSpPr>
        <p:spPr>
          <a:xfrm>
            <a:off x="12584054" y="45851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H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20DC438-E642-6AF9-81FA-3EC2535DAFFD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2993466" y="3513559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52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  <p:bldP spid="23" grpId="0"/>
      <p:bldP spid="4" grpId="0" animBg="1"/>
      <p:bldP spid="6" grpId="0" animBg="1"/>
      <p:bldP spid="8" grpId="0" animBg="1"/>
      <p:bldP spid="18" grpId="0" animBg="1"/>
      <p:bldP spid="20" grpId="0" animBg="1"/>
      <p:bldP spid="21" grpId="0" animBg="1"/>
      <p:bldP spid="24" grpId="0"/>
      <p:bldP spid="26" grpId="0"/>
      <p:bldP spid="27" grpId="0"/>
      <p:bldP spid="28" grpId="0" animBg="1"/>
      <p:bldP spid="30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Union - find</a:t>
            </a: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75C4B2-E4A0-D25C-41C4-8ED832822069}"/>
              </a:ext>
            </a:extLst>
          </p:cNvPr>
          <p:cNvSpPr/>
          <p:nvPr/>
        </p:nvSpPr>
        <p:spPr>
          <a:xfrm>
            <a:off x="4524145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258AB1-0638-ED8B-93F1-E6D5AC5D12F5}"/>
              </a:ext>
            </a:extLst>
          </p:cNvPr>
          <p:cNvSpPr/>
          <p:nvPr/>
        </p:nvSpPr>
        <p:spPr>
          <a:xfrm>
            <a:off x="7225577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EDF1348-C256-F9ED-6615-7FC671788A8D}"/>
              </a:ext>
            </a:extLst>
          </p:cNvPr>
          <p:cNvSpPr/>
          <p:nvPr/>
        </p:nvSpPr>
        <p:spPr>
          <a:xfrm>
            <a:off x="9953780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AB8AE54-19F9-8412-4A30-109B7E1B5F32}"/>
              </a:ext>
            </a:extLst>
          </p:cNvPr>
          <p:cNvGraphicFramePr>
            <a:graphicFrameLocks noGrp="1"/>
          </p:cNvGraphicFramePr>
          <p:nvPr/>
        </p:nvGraphicFramePr>
        <p:xfrm>
          <a:off x="2844560" y="5854200"/>
          <a:ext cx="12192003" cy="152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노드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부모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1E26210-49B9-B9A6-4DC2-F96FABF1B84E}"/>
              </a:ext>
            </a:extLst>
          </p:cNvPr>
          <p:cNvSpPr txBox="1"/>
          <p:nvPr/>
        </p:nvSpPr>
        <p:spPr>
          <a:xfrm>
            <a:off x="7981867" y="1622632"/>
            <a:ext cx="11990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merge(B,C)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916456E-1CDA-444E-E2F3-F5470BEECAD1}"/>
              </a:ext>
            </a:extLst>
          </p:cNvPr>
          <p:cNvSpPr/>
          <p:nvPr/>
        </p:nvSpPr>
        <p:spPr>
          <a:xfrm>
            <a:off x="4524145" y="45704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84A435-EF20-5023-D2E1-43B577B994BC}"/>
              </a:ext>
            </a:extLst>
          </p:cNvPr>
          <p:cNvCxnSpPr>
            <a:cxnSpLocks/>
            <a:stCxn id="5" idx="4"/>
            <a:endCxn id="2" idx="0"/>
          </p:cNvCxnSpPr>
          <p:nvPr/>
        </p:nvCxnSpPr>
        <p:spPr>
          <a:xfrm>
            <a:off x="4933557" y="3498806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ED66C6-3F20-ADFE-87BB-033DBF35585D}"/>
              </a:ext>
            </a:extLst>
          </p:cNvPr>
          <p:cNvSpPr/>
          <p:nvPr/>
        </p:nvSpPr>
        <p:spPr>
          <a:xfrm>
            <a:off x="5795433" y="668570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4C0D9-1715-58DC-AA8A-AF2BAAB5A78C}"/>
              </a:ext>
            </a:extLst>
          </p:cNvPr>
          <p:cNvSpPr txBox="1"/>
          <p:nvPr/>
        </p:nvSpPr>
        <p:spPr>
          <a:xfrm>
            <a:off x="5884993" y="661015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FA4816-8A8C-015F-DB66-DEB81A682264}"/>
              </a:ext>
            </a:extLst>
          </p:cNvPr>
          <p:cNvSpPr/>
          <p:nvPr/>
        </p:nvSpPr>
        <p:spPr>
          <a:xfrm>
            <a:off x="8639096" y="672221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59ED5C-0845-B211-0524-E67FD45ADBEA}"/>
              </a:ext>
            </a:extLst>
          </p:cNvPr>
          <p:cNvSpPr/>
          <p:nvPr/>
        </p:nvSpPr>
        <p:spPr>
          <a:xfrm>
            <a:off x="11242305" y="6711645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F1434E-8F66-F2CE-C016-1DA6BFD75868}"/>
              </a:ext>
            </a:extLst>
          </p:cNvPr>
          <p:cNvSpPr/>
          <p:nvPr/>
        </p:nvSpPr>
        <p:spPr>
          <a:xfrm>
            <a:off x="14003764" y="6694155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571CDF-4763-BF17-71B9-B11AD0E9DB85}"/>
              </a:ext>
            </a:extLst>
          </p:cNvPr>
          <p:cNvSpPr txBox="1"/>
          <p:nvPr/>
        </p:nvSpPr>
        <p:spPr>
          <a:xfrm>
            <a:off x="8596663" y="6613841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61D0CF-4516-3C67-CFDA-FFADE6BC128C}"/>
              </a:ext>
            </a:extLst>
          </p:cNvPr>
          <p:cNvSpPr txBox="1"/>
          <p:nvPr/>
        </p:nvSpPr>
        <p:spPr>
          <a:xfrm>
            <a:off x="11309681" y="658889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2E3328-CE84-8844-8E2C-B6A8E7D862EF}"/>
              </a:ext>
            </a:extLst>
          </p:cNvPr>
          <p:cNvSpPr txBox="1"/>
          <p:nvPr/>
        </p:nvSpPr>
        <p:spPr>
          <a:xfrm>
            <a:off x="14010251" y="658889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6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E63B713-174B-2FB8-AF00-B70202A52BDE}"/>
              </a:ext>
            </a:extLst>
          </p:cNvPr>
          <p:cNvSpPr/>
          <p:nvPr/>
        </p:nvSpPr>
        <p:spPr>
          <a:xfrm>
            <a:off x="7221513" y="45963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E0B751F-55E5-4549-5BB3-891483FC420A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7630925" y="3524693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FBCF126B-8CBB-D264-10F8-FB29EA53E274}"/>
              </a:ext>
            </a:extLst>
          </p:cNvPr>
          <p:cNvSpPr/>
          <p:nvPr/>
        </p:nvSpPr>
        <p:spPr>
          <a:xfrm>
            <a:off x="9951346" y="456887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E80B860-BEB2-300E-E484-928127F576BF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360758" y="3497243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9FB9A1F8-27DF-27B4-EA14-D7D59E267177}"/>
              </a:ext>
            </a:extLst>
          </p:cNvPr>
          <p:cNvSpPr/>
          <p:nvPr/>
        </p:nvSpPr>
        <p:spPr>
          <a:xfrm>
            <a:off x="12584054" y="45851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H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20DC438-E642-6AF9-81FA-3EC2535DAFFD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2993466" y="3513559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777EEAC6-E971-FD60-A022-28CB7EF91F71}"/>
              </a:ext>
            </a:extLst>
          </p:cNvPr>
          <p:cNvSpPr/>
          <p:nvPr/>
        </p:nvSpPr>
        <p:spPr>
          <a:xfrm>
            <a:off x="12643448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996FA14-07EB-1173-229C-FCC5EB2FD141}"/>
              </a:ext>
            </a:extLst>
          </p:cNvPr>
          <p:cNvCxnSpPr>
            <a:cxnSpLocks/>
            <a:stCxn id="13" idx="3"/>
            <a:endCxn id="2" idx="7"/>
          </p:cNvCxnSpPr>
          <p:nvPr/>
        </p:nvCxnSpPr>
        <p:spPr>
          <a:xfrm flipH="1">
            <a:off x="5223054" y="3395399"/>
            <a:ext cx="2122437" cy="1285823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원호 35">
            <a:extLst>
              <a:ext uri="{FF2B5EF4-FFF2-40B4-BE49-F238E27FC236}">
                <a16:creationId xmlns:a16="http://schemas.microsoft.com/office/drawing/2014/main" id="{1DB313AB-C1F6-9DBE-E7F6-8B11F54087AE}"/>
              </a:ext>
            </a:extLst>
          </p:cNvPr>
          <p:cNvSpPr/>
          <p:nvPr/>
        </p:nvSpPr>
        <p:spPr>
          <a:xfrm rot="2933320" flipV="1">
            <a:off x="6121110" y="5520019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2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F90CCC-8F7D-F356-407D-2919EF14AE25}"/>
              </a:ext>
            </a:extLst>
          </p:cNvPr>
          <p:cNvSpPr/>
          <p:nvPr/>
        </p:nvSpPr>
        <p:spPr>
          <a:xfrm>
            <a:off x="7237275" y="6744211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F9DE70-8EDC-0793-189E-DF0F09830942}"/>
              </a:ext>
            </a:extLst>
          </p:cNvPr>
          <p:cNvSpPr txBox="1"/>
          <p:nvPr/>
        </p:nvSpPr>
        <p:spPr>
          <a:xfrm>
            <a:off x="7264187" y="6620897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0000"/>
                </a:solidFill>
              </a:rPr>
              <a:t>0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23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6" grpId="0" animBg="1"/>
      <p:bldP spid="37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Union - find</a:t>
            </a:r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775C4B2-E4A0-D25C-41C4-8ED832822069}"/>
              </a:ext>
            </a:extLst>
          </p:cNvPr>
          <p:cNvSpPr/>
          <p:nvPr/>
        </p:nvSpPr>
        <p:spPr>
          <a:xfrm>
            <a:off x="4524145" y="274232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258AB1-0638-ED8B-93F1-E6D5AC5D12F5}"/>
              </a:ext>
            </a:extLst>
          </p:cNvPr>
          <p:cNvSpPr/>
          <p:nvPr/>
        </p:nvSpPr>
        <p:spPr>
          <a:xfrm>
            <a:off x="7225577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EDF1348-C256-F9ED-6615-7FC671788A8D}"/>
              </a:ext>
            </a:extLst>
          </p:cNvPr>
          <p:cNvSpPr/>
          <p:nvPr/>
        </p:nvSpPr>
        <p:spPr>
          <a:xfrm>
            <a:off x="9953780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AB8AE54-19F9-8412-4A30-109B7E1B5F32}"/>
              </a:ext>
            </a:extLst>
          </p:cNvPr>
          <p:cNvGraphicFramePr>
            <a:graphicFrameLocks noGrp="1"/>
          </p:cNvGraphicFramePr>
          <p:nvPr/>
        </p:nvGraphicFramePr>
        <p:xfrm>
          <a:off x="2844560" y="5854200"/>
          <a:ext cx="12192003" cy="152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노드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G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H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762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6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부모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-1</a:t>
                      </a:r>
                      <a:endParaRPr lang="ko-KR" altLang="en-US" sz="4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1E26210-49B9-B9A6-4DC2-F96FABF1B84E}"/>
              </a:ext>
            </a:extLst>
          </p:cNvPr>
          <p:cNvSpPr txBox="1"/>
          <p:nvPr/>
        </p:nvSpPr>
        <p:spPr>
          <a:xfrm>
            <a:off x="7981867" y="1622632"/>
            <a:ext cx="11990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merge(B,D)?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C916456E-1CDA-444E-E2F3-F5470BEECAD1}"/>
              </a:ext>
            </a:extLst>
          </p:cNvPr>
          <p:cNvSpPr/>
          <p:nvPr/>
        </p:nvSpPr>
        <p:spPr>
          <a:xfrm>
            <a:off x="4524145" y="45704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B84A435-EF20-5023-D2E1-43B577B994BC}"/>
              </a:ext>
            </a:extLst>
          </p:cNvPr>
          <p:cNvCxnSpPr>
            <a:cxnSpLocks/>
            <a:stCxn id="5" idx="4"/>
            <a:endCxn id="2" idx="0"/>
          </p:cNvCxnSpPr>
          <p:nvPr/>
        </p:nvCxnSpPr>
        <p:spPr>
          <a:xfrm>
            <a:off x="4933557" y="3498806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3ED66C6-3F20-ADFE-87BB-033DBF35585D}"/>
              </a:ext>
            </a:extLst>
          </p:cNvPr>
          <p:cNvSpPr/>
          <p:nvPr/>
        </p:nvSpPr>
        <p:spPr>
          <a:xfrm>
            <a:off x="5795433" y="668570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4C0D9-1715-58DC-AA8A-AF2BAAB5A78C}"/>
              </a:ext>
            </a:extLst>
          </p:cNvPr>
          <p:cNvSpPr txBox="1"/>
          <p:nvPr/>
        </p:nvSpPr>
        <p:spPr>
          <a:xfrm>
            <a:off x="5884993" y="661015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FA4816-8A8C-015F-DB66-DEB81A682264}"/>
              </a:ext>
            </a:extLst>
          </p:cNvPr>
          <p:cNvSpPr/>
          <p:nvPr/>
        </p:nvSpPr>
        <p:spPr>
          <a:xfrm>
            <a:off x="8639096" y="672221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B59ED5C-0845-B211-0524-E67FD45ADBEA}"/>
              </a:ext>
            </a:extLst>
          </p:cNvPr>
          <p:cNvSpPr/>
          <p:nvPr/>
        </p:nvSpPr>
        <p:spPr>
          <a:xfrm>
            <a:off x="11242305" y="6711645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F1434E-8F66-F2CE-C016-1DA6BFD75868}"/>
              </a:ext>
            </a:extLst>
          </p:cNvPr>
          <p:cNvSpPr/>
          <p:nvPr/>
        </p:nvSpPr>
        <p:spPr>
          <a:xfrm>
            <a:off x="14003764" y="6694155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571CDF-4763-BF17-71B9-B11AD0E9DB85}"/>
              </a:ext>
            </a:extLst>
          </p:cNvPr>
          <p:cNvSpPr txBox="1"/>
          <p:nvPr/>
        </p:nvSpPr>
        <p:spPr>
          <a:xfrm>
            <a:off x="8596663" y="6613841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61D0CF-4516-3C67-CFDA-FFADE6BC128C}"/>
              </a:ext>
            </a:extLst>
          </p:cNvPr>
          <p:cNvSpPr txBox="1"/>
          <p:nvPr/>
        </p:nvSpPr>
        <p:spPr>
          <a:xfrm>
            <a:off x="11309681" y="658889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2E3328-CE84-8844-8E2C-B6A8E7D862EF}"/>
              </a:ext>
            </a:extLst>
          </p:cNvPr>
          <p:cNvSpPr txBox="1"/>
          <p:nvPr/>
        </p:nvSpPr>
        <p:spPr>
          <a:xfrm>
            <a:off x="14010251" y="6588893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6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E63B713-174B-2FB8-AF00-B70202A52BDE}"/>
              </a:ext>
            </a:extLst>
          </p:cNvPr>
          <p:cNvSpPr/>
          <p:nvPr/>
        </p:nvSpPr>
        <p:spPr>
          <a:xfrm>
            <a:off x="7221513" y="45963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E0B751F-55E5-4549-5BB3-891483FC420A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7630925" y="3524693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FBCF126B-8CBB-D264-10F8-FB29EA53E274}"/>
              </a:ext>
            </a:extLst>
          </p:cNvPr>
          <p:cNvSpPr/>
          <p:nvPr/>
        </p:nvSpPr>
        <p:spPr>
          <a:xfrm>
            <a:off x="9951346" y="456887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E80B860-BEB2-300E-E484-928127F576BF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10360758" y="3497243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9FB9A1F8-27DF-27B4-EA14-D7D59E267177}"/>
              </a:ext>
            </a:extLst>
          </p:cNvPr>
          <p:cNvSpPr/>
          <p:nvPr/>
        </p:nvSpPr>
        <p:spPr>
          <a:xfrm>
            <a:off x="12584054" y="45851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H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20DC438-E642-6AF9-81FA-3EC2535DAFFD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2993466" y="3513559"/>
            <a:ext cx="0" cy="1071632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777EEAC6-E971-FD60-A022-28CB7EF91F71}"/>
              </a:ext>
            </a:extLst>
          </p:cNvPr>
          <p:cNvSpPr/>
          <p:nvPr/>
        </p:nvSpPr>
        <p:spPr>
          <a:xfrm>
            <a:off x="12643448" y="274970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996FA14-07EB-1173-229C-FCC5EB2FD141}"/>
              </a:ext>
            </a:extLst>
          </p:cNvPr>
          <p:cNvCxnSpPr>
            <a:cxnSpLocks/>
            <a:stCxn id="13" idx="3"/>
            <a:endCxn id="2" idx="7"/>
          </p:cNvCxnSpPr>
          <p:nvPr/>
        </p:nvCxnSpPr>
        <p:spPr>
          <a:xfrm flipH="1">
            <a:off x="5223054" y="3395399"/>
            <a:ext cx="2122437" cy="1285823"/>
          </a:xfrm>
          <a:prstGeom prst="line">
            <a:avLst/>
          </a:prstGeom>
          <a:ln w="762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F90CCC-8F7D-F356-407D-2919EF14AE25}"/>
              </a:ext>
            </a:extLst>
          </p:cNvPr>
          <p:cNvSpPr/>
          <p:nvPr/>
        </p:nvSpPr>
        <p:spPr>
          <a:xfrm>
            <a:off x="7237275" y="6744211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F9DE70-8EDC-0793-189E-DF0F09830942}"/>
              </a:ext>
            </a:extLst>
          </p:cNvPr>
          <p:cNvSpPr txBox="1"/>
          <p:nvPr/>
        </p:nvSpPr>
        <p:spPr>
          <a:xfrm>
            <a:off x="7264187" y="6620897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원호 3">
            <a:extLst>
              <a:ext uri="{FF2B5EF4-FFF2-40B4-BE49-F238E27FC236}">
                <a16:creationId xmlns:a16="http://schemas.microsoft.com/office/drawing/2014/main" id="{40C199CE-0F59-C2A1-0C39-F9AE615DEE85}"/>
              </a:ext>
            </a:extLst>
          </p:cNvPr>
          <p:cNvSpPr/>
          <p:nvPr/>
        </p:nvSpPr>
        <p:spPr>
          <a:xfrm rot="2933320" flipV="1">
            <a:off x="7558441" y="5577041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2A30B6D8-FA1E-3A43-D4AA-97FD7A267410}"/>
              </a:ext>
            </a:extLst>
          </p:cNvPr>
          <p:cNvSpPr/>
          <p:nvPr/>
        </p:nvSpPr>
        <p:spPr>
          <a:xfrm rot="2316131" flipV="1">
            <a:off x="4400906" y="4284303"/>
            <a:ext cx="4065978" cy="4877802"/>
          </a:xfrm>
          <a:prstGeom prst="arc">
            <a:avLst>
              <a:gd name="adj1" fmla="val 16150755"/>
              <a:gd name="adj2" fmla="val 20039639"/>
            </a:avLst>
          </a:prstGeom>
          <a:ln w="635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668965-3AE6-5E33-6266-21B04A08A8A1}"/>
              </a:ext>
            </a:extLst>
          </p:cNvPr>
          <p:cNvSpPr txBox="1"/>
          <p:nvPr/>
        </p:nvSpPr>
        <p:spPr>
          <a:xfrm>
            <a:off x="7724150" y="7995511"/>
            <a:ext cx="3722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D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의 부모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A3E98F2D-1977-50D5-3F87-22768FD8C88E}"/>
              </a:ext>
            </a:extLst>
          </p:cNvPr>
          <p:cNvSpPr/>
          <p:nvPr/>
        </p:nvSpPr>
        <p:spPr>
          <a:xfrm rot="2933320" flipV="1">
            <a:off x="4881503" y="5630104"/>
            <a:ext cx="1938327" cy="2404378"/>
          </a:xfrm>
          <a:prstGeom prst="arc">
            <a:avLst>
              <a:gd name="adj1" fmla="val 16150755"/>
              <a:gd name="adj2" fmla="val 21233895"/>
            </a:avLst>
          </a:prstGeom>
          <a:ln w="63500">
            <a:solidFill>
              <a:schemeClr val="accent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D12B5-8135-649E-51CF-5D8C44FF613B}"/>
              </a:ext>
            </a:extLst>
          </p:cNvPr>
          <p:cNvSpPr txBox="1"/>
          <p:nvPr/>
        </p:nvSpPr>
        <p:spPr>
          <a:xfrm>
            <a:off x="4958275" y="8045401"/>
            <a:ext cx="3722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의 부모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526DE0-E3AC-DDD1-DF9E-266C987676B8}"/>
              </a:ext>
            </a:extLst>
          </p:cNvPr>
          <p:cNvSpPr txBox="1"/>
          <p:nvPr/>
        </p:nvSpPr>
        <p:spPr>
          <a:xfrm>
            <a:off x="1211399" y="9162129"/>
            <a:ext cx="3722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즉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, D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의 부모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조상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)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는 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68EE1F-13E0-FF60-CAD1-C7A52AF95590}"/>
              </a:ext>
            </a:extLst>
          </p:cNvPr>
          <p:cNvSpPr txBox="1"/>
          <p:nvPr/>
        </p:nvSpPr>
        <p:spPr>
          <a:xfrm>
            <a:off x="10095380" y="8019704"/>
            <a:ext cx="6733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노드의 부모</a:t>
            </a:r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</a:rPr>
              <a:t>조상</a:t>
            </a:r>
            <a:r>
              <a:rPr lang="en-US" altLang="ko-KR" sz="2400" b="1" dirty="0">
                <a:solidFill>
                  <a:srgbClr val="FF0000"/>
                </a:solidFill>
              </a:rPr>
              <a:t>)</a:t>
            </a:r>
            <a:r>
              <a:rPr lang="ko-KR" altLang="en-US" sz="2400" b="1" dirty="0">
                <a:solidFill>
                  <a:srgbClr val="FF0000"/>
                </a:solidFill>
              </a:rPr>
              <a:t>이 같다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2400" b="1" dirty="0">
                <a:solidFill>
                  <a:srgbClr val="FF0000"/>
                </a:solidFill>
              </a:rPr>
              <a:t>즉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</a:rPr>
              <a:t>같은 트리내에 존재 하므로 합칠 필요가 없음</a:t>
            </a:r>
            <a:r>
              <a:rPr lang="en-US" altLang="ko-KR" sz="2400" b="1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2400" b="1" dirty="0">
                <a:solidFill>
                  <a:srgbClr val="FF0000"/>
                </a:solidFill>
              </a:rPr>
              <a:t>(B </a:t>
            </a:r>
            <a:r>
              <a:rPr lang="ko-KR" altLang="en-US" sz="2400" b="1" dirty="0">
                <a:solidFill>
                  <a:srgbClr val="FF0000"/>
                </a:solidFill>
              </a:rPr>
              <a:t>와 </a:t>
            </a:r>
            <a:r>
              <a:rPr lang="en-US" altLang="ko-KR" sz="2400" b="1" dirty="0">
                <a:solidFill>
                  <a:srgbClr val="FF0000"/>
                </a:solidFill>
              </a:rPr>
              <a:t>D</a:t>
            </a:r>
            <a:r>
              <a:rPr lang="ko-KR" altLang="en-US" sz="2400" b="1" dirty="0">
                <a:solidFill>
                  <a:srgbClr val="FF0000"/>
                </a:solidFill>
              </a:rPr>
              <a:t>는 동일한 트리내에 존재한다</a:t>
            </a:r>
            <a:r>
              <a:rPr lang="en-US" altLang="ko-KR" sz="2400" b="1" dirty="0">
                <a:solidFill>
                  <a:srgbClr val="FF0000"/>
                </a:solidFill>
              </a:rPr>
              <a:t>.)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B7AB5C-7008-4F6C-B987-1EEC46BD2503}"/>
              </a:ext>
            </a:extLst>
          </p:cNvPr>
          <p:cNvSpPr txBox="1"/>
          <p:nvPr/>
        </p:nvSpPr>
        <p:spPr>
          <a:xfrm>
            <a:off x="5271049" y="9162129"/>
            <a:ext cx="3722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C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의 부모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13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" grpId="0" animBg="1"/>
      <p:bldP spid="6" grpId="0" animBg="1"/>
      <p:bldP spid="8" grpId="0"/>
      <p:bldP spid="14" grpId="0" animBg="1"/>
      <p:bldP spid="16" grpId="0"/>
      <p:bldP spid="17" grpId="0"/>
      <p:bldP spid="19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631741"/>
              </p:ext>
            </p:extLst>
          </p:nvPr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11143" y="27868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16B224-CE85-7AAD-2284-DE4AD19A8D77}"/>
              </a:ext>
            </a:extLst>
          </p:cNvPr>
          <p:cNvSpPr txBox="1"/>
          <p:nvPr/>
        </p:nvSpPr>
        <p:spPr>
          <a:xfrm>
            <a:off x="6757159" y="3824910"/>
            <a:ext cx="10892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err="1">
                <a:solidFill>
                  <a:schemeClr val="tx1">
                    <a:lumMod val="50000"/>
                  </a:schemeClr>
                </a:solidFill>
              </a:rPr>
              <a:t>Krusal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의 알고리즘은 </a:t>
            </a:r>
            <a:r>
              <a:rPr lang="ko-KR" altLang="en-US" sz="2400" b="1" dirty="0">
                <a:solidFill>
                  <a:srgbClr val="FF0000"/>
                </a:solidFill>
              </a:rPr>
              <a:t>간선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 중심으로 최소 신장 트리를 구성하는 방법이다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algn="ctr"/>
            <a:r>
              <a:rPr lang="ko-KR" altLang="en-US" sz="2400" b="1" dirty="0">
                <a:solidFill>
                  <a:srgbClr val="FF0000"/>
                </a:solidFill>
              </a:rPr>
              <a:t>사이클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이 없게 해야 하기 때문에 아까 학습한 </a:t>
            </a:r>
            <a:r>
              <a:rPr lang="en-US" altLang="ko-KR" sz="2400" b="1" dirty="0">
                <a:solidFill>
                  <a:srgbClr val="FF0000"/>
                </a:solidFill>
              </a:rPr>
              <a:t>Union-find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로 사이클을 판단한다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0F9B4-F888-9ED6-7841-187D517D80D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70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2" grpId="0" animBg="1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1461152" y="8577955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718E09-E598-108F-D4C0-FDBB8D56FBBF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47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2534394" y="8531656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  <a:stCxn id="36" idx="4"/>
            <a:endCxn id="42" idx="7"/>
          </p:cNvCxnSpPr>
          <p:nvPr/>
        </p:nvCxnSpPr>
        <p:spPr>
          <a:xfrm flipH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03FA60-F649-B3FF-9F73-1F1AA663DBC4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33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3622804" y="8531656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5E4744-A99E-622E-AF14-AC4F6A123D34}"/>
              </a:ext>
            </a:extLst>
          </p:cNvPr>
          <p:cNvSpPr/>
          <p:nvPr/>
        </p:nvSpPr>
        <p:spPr>
          <a:xfrm>
            <a:off x="14178732" y="179995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624ADC-B852-DC14-AA79-4C605785EFED}"/>
              </a:ext>
            </a:extLst>
          </p:cNvPr>
          <p:cNvSpPr/>
          <p:nvPr/>
        </p:nvSpPr>
        <p:spPr>
          <a:xfrm>
            <a:off x="12961009" y="300189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90A42-FAFF-C0C7-1F2C-9E42DFAC112F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13659918" y="2445649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4720613" y="8531656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5E4744-A99E-622E-AF14-AC4F6A123D34}"/>
              </a:ext>
            </a:extLst>
          </p:cNvPr>
          <p:cNvSpPr/>
          <p:nvPr/>
        </p:nvSpPr>
        <p:spPr>
          <a:xfrm>
            <a:off x="14178732" y="179995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624ADC-B852-DC14-AA79-4C605785EFED}"/>
              </a:ext>
            </a:extLst>
          </p:cNvPr>
          <p:cNvSpPr/>
          <p:nvPr/>
        </p:nvSpPr>
        <p:spPr>
          <a:xfrm>
            <a:off x="12961009" y="300189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90A42-FAFF-C0C7-1F2C-9E42DFAC112F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13659918" y="2445649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83CCEF-9945-988E-C1CF-34EA6D55CD7B}"/>
              </a:ext>
            </a:extLst>
          </p:cNvPr>
          <p:cNvCxnSpPr>
            <a:cxnSpLocks/>
            <a:stCxn id="17" idx="4"/>
            <a:endCxn id="11" idx="0"/>
          </p:cNvCxnSpPr>
          <p:nvPr/>
        </p:nvCxnSpPr>
        <p:spPr>
          <a:xfrm>
            <a:off x="14588144" y="2556433"/>
            <a:ext cx="703242" cy="204670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38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5785484" y="8554806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5E4744-A99E-622E-AF14-AC4F6A123D34}"/>
              </a:ext>
            </a:extLst>
          </p:cNvPr>
          <p:cNvSpPr/>
          <p:nvPr/>
        </p:nvSpPr>
        <p:spPr>
          <a:xfrm>
            <a:off x="14178732" y="179995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624ADC-B852-DC14-AA79-4C605785EFED}"/>
              </a:ext>
            </a:extLst>
          </p:cNvPr>
          <p:cNvSpPr/>
          <p:nvPr/>
        </p:nvSpPr>
        <p:spPr>
          <a:xfrm>
            <a:off x="12961009" y="300189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90A42-FAFF-C0C7-1F2C-9E42DFAC112F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13659918" y="2445649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83CCEF-9945-988E-C1CF-34EA6D55CD7B}"/>
              </a:ext>
            </a:extLst>
          </p:cNvPr>
          <p:cNvCxnSpPr>
            <a:cxnSpLocks/>
            <a:stCxn id="17" idx="4"/>
            <a:endCxn id="11" idx="0"/>
          </p:cNvCxnSpPr>
          <p:nvPr/>
        </p:nvCxnSpPr>
        <p:spPr>
          <a:xfrm>
            <a:off x="14588144" y="2556433"/>
            <a:ext cx="703242" cy="204670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곱하기 기호 1">
            <a:extLst>
              <a:ext uri="{FF2B5EF4-FFF2-40B4-BE49-F238E27FC236}">
                <a16:creationId xmlns:a16="http://schemas.microsoft.com/office/drawing/2014/main" id="{6421E063-8B41-6400-8434-2F55ED7DA03E}"/>
              </a:ext>
            </a:extLst>
          </p:cNvPr>
          <p:cNvSpPr/>
          <p:nvPr/>
        </p:nvSpPr>
        <p:spPr>
          <a:xfrm rot="20781834">
            <a:off x="4078544" y="4839845"/>
            <a:ext cx="638361" cy="584775"/>
          </a:xfrm>
          <a:prstGeom prst="mathMultiply">
            <a:avLst>
              <a:gd name="adj1" fmla="val 71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744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6850354" y="8508508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  <a:stCxn id="41" idx="5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5E4744-A99E-622E-AF14-AC4F6A123D34}"/>
              </a:ext>
            </a:extLst>
          </p:cNvPr>
          <p:cNvSpPr/>
          <p:nvPr/>
        </p:nvSpPr>
        <p:spPr>
          <a:xfrm>
            <a:off x="14178732" y="179995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624ADC-B852-DC14-AA79-4C605785EFED}"/>
              </a:ext>
            </a:extLst>
          </p:cNvPr>
          <p:cNvSpPr/>
          <p:nvPr/>
        </p:nvSpPr>
        <p:spPr>
          <a:xfrm>
            <a:off x="12961009" y="300189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90A42-FAFF-C0C7-1F2C-9E42DFAC112F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13659918" y="2445649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83CCEF-9945-988E-C1CF-34EA6D55CD7B}"/>
              </a:ext>
            </a:extLst>
          </p:cNvPr>
          <p:cNvCxnSpPr>
            <a:cxnSpLocks/>
            <a:stCxn id="17" idx="4"/>
            <a:endCxn id="11" idx="0"/>
          </p:cNvCxnSpPr>
          <p:nvPr/>
        </p:nvCxnSpPr>
        <p:spPr>
          <a:xfrm>
            <a:off x="14588144" y="2556433"/>
            <a:ext cx="703242" cy="204670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곱하기 기호 1">
            <a:extLst>
              <a:ext uri="{FF2B5EF4-FFF2-40B4-BE49-F238E27FC236}">
                <a16:creationId xmlns:a16="http://schemas.microsoft.com/office/drawing/2014/main" id="{6421E063-8B41-6400-8434-2F55ED7DA03E}"/>
              </a:ext>
            </a:extLst>
          </p:cNvPr>
          <p:cNvSpPr/>
          <p:nvPr/>
        </p:nvSpPr>
        <p:spPr>
          <a:xfrm rot="20781834">
            <a:off x="4078544" y="4839845"/>
            <a:ext cx="638361" cy="584775"/>
          </a:xfrm>
          <a:prstGeom prst="mathMultiply">
            <a:avLst>
              <a:gd name="adj1" fmla="val 71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A50594C-0BA8-E630-379C-DBD1292B2AFB}"/>
              </a:ext>
            </a:extLst>
          </p:cNvPr>
          <p:cNvSpPr/>
          <p:nvPr/>
        </p:nvSpPr>
        <p:spPr>
          <a:xfrm>
            <a:off x="12131257" y="564878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42F78D2-F822-4D8B-0B75-EA612D7388E3}"/>
              </a:ext>
            </a:extLst>
          </p:cNvPr>
          <p:cNvCxnSpPr>
            <a:cxnSpLocks/>
            <a:stCxn id="27" idx="5"/>
            <a:endCxn id="13" idx="2"/>
          </p:cNvCxnSpPr>
          <p:nvPr/>
        </p:nvCxnSpPr>
        <p:spPr>
          <a:xfrm>
            <a:off x="12830166" y="6294485"/>
            <a:ext cx="1106021" cy="37824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84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7923371" y="8508508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5E4744-A99E-622E-AF14-AC4F6A123D34}"/>
              </a:ext>
            </a:extLst>
          </p:cNvPr>
          <p:cNvSpPr/>
          <p:nvPr/>
        </p:nvSpPr>
        <p:spPr>
          <a:xfrm>
            <a:off x="14178732" y="179995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624ADC-B852-DC14-AA79-4C605785EFED}"/>
              </a:ext>
            </a:extLst>
          </p:cNvPr>
          <p:cNvSpPr/>
          <p:nvPr/>
        </p:nvSpPr>
        <p:spPr>
          <a:xfrm>
            <a:off x="12961009" y="300189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90A42-FAFF-C0C7-1F2C-9E42DFAC112F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13659918" y="2445649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83CCEF-9945-988E-C1CF-34EA6D55CD7B}"/>
              </a:ext>
            </a:extLst>
          </p:cNvPr>
          <p:cNvCxnSpPr>
            <a:cxnSpLocks/>
            <a:stCxn id="17" idx="4"/>
            <a:endCxn id="11" idx="0"/>
          </p:cNvCxnSpPr>
          <p:nvPr/>
        </p:nvCxnSpPr>
        <p:spPr>
          <a:xfrm>
            <a:off x="14588144" y="2556433"/>
            <a:ext cx="703242" cy="204670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곱하기 기호 1">
            <a:extLst>
              <a:ext uri="{FF2B5EF4-FFF2-40B4-BE49-F238E27FC236}">
                <a16:creationId xmlns:a16="http://schemas.microsoft.com/office/drawing/2014/main" id="{6421E063-8B41-6400-8434-2F55ED7DA03E}"/>
              </a:ext>
            </a:extLst>
          </p:cNvPr>
          <p:cNvSpPr/>
          <p:nvPr/>
        </p:nvSpPr>
        <p:spPr>
          <a:xfrm rot="20781834">
            <a:off x="4078544" y="4839845"/>
            <a:ext cx="638361" cy="584775"/>
          </a:xfrm>
          <a:prstGeom prst="mathMultiply">
            <a:avLst>
              <a:gd name="adj1" fmla="val 71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A50594C-0BA8-E630-379C-DBD1292B2AFB}"/>
              </a:ext>
            </a:extLst>
          </p:cNvPr>
          <p:cNvSpPr/>
          <p:nvPr/>
        </p:nvSpPr>
        <p:spPr>
          <a:xfrm>
            <a:off x="12131257" y="564878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42F78D2-F822-4D8B-0B75-EA612D7388E3}"/>
              </a:ext>
            </a:extLst>
          </p:cNvPr>
          <p:cNvCxnSpPr>
            <a:cxnSpLocks/>
            <a:stCxn id="27" idx="5"/>
            <a:endCxn id="13" idx="2"/>
          </p:cNvCxnSpPr>
          <p:nvPr/>
        </p:nvCxnSpPr>
        <p:spPr>
          <a:xfrm>
            <a:off x="12830166" y="6294485"/>
            <a:ext cx="1106021" cy="37824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BB98B97F-465F-8DBE-4E58-D249BF61C8F7}"/>
              </a:ext>
            </a:extLst>
          </p:cNvPr>
          <p:cNvSpPr/>
          <p:nvPr/>
        </p:nvSpPr>
        <p:spPr>
          <a:xfrm rot="1364292">
            <a:off x="2959287" y="4770179"/>
            <a:ext cx="638361" cy="584775"/>
          </a:xfrm>
          <a:prstGeom prst="mathMultiply">
            <a:avLst>
              <a:gd name="adj1" fmla="val 71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42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640261" y="202671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720613" y="240039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130024" y="43022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502890" y="360234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808266" y="378779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379307" y="545560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184237" y="599359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217678" y="267241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C36A780-62A3-A9AC-73DD-AFA8505CE100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3459084" y="240495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130025" y="3156878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201799" y="3046094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238534" y="452773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078216" y="6101296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4883146" y="505872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B69C755-EB73-AD73-CE83-1D796ABEFCAD}"/>
              </a:ext>
            </a:extLst>
          </p:cNvPr>
          <p:cNvCxnSpPr>
            <a:cxnSpLocks/>
            <a:stCxn id="39" idx="3"/>
            <a:endCxn id="41" idx="7"/>
          </p:cNvCxnSpPr>
          <p:nvPr/>
        </p:nvCxnSpPr>
        <p:spPr>
          <a:xfrm flipH="1">
            <a:off x="3078216" y="424804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898F2946-B5DA-4110-C5CB-6D600246B811}"/>
              </a:ext>
            </a:extLst>
          </p:cNvPr>
          <p:cNvCxnSpPr>
            <a:cxnSpLocks/>
            <a:stCxn id="39" idx="5"/>
            <a:endCxn id="42" idx="0"/>
          </p:cNvCxnSpPr>
          <p:nvPr/>
        </p:nvCxnSpPr>
        <p:spPr>
          <a:xfrm>
            <a:off x="4201799" y="424804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CF470383-45E8-6B38-F46B-E8F530977902}"/>
              </a:ext>
            </a:extLst>
          </p:cNvPr>
          <p:cNvGraphicFramePr>
            <a:graphicFrameLocks noGrp="1"/>
          </p:cNvGraphicFramePr>
          <p:nvPr/>
        </p:nvGraphicFramePr>
        <p:xfrm>
          <a:off x="927100" y="7482087"/>
          <a:ext cx="970868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743">
                  <a:extLst>
                    <a:ext uri="{9D8B030D-6E8A-4147-A177-3AD203B41FA5}">
                      <a16:colId xmlns:a16="http://schemas.microsoft.com/office/drawing/2014/main" val="428711040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6006027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674375758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638958549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821416904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49693982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2835398086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1741287990"/>
                    </a:ext>
                  </a:extLst>
                </a:gridCol>
                <a:gridCol w="1078743">
                  <a:extLst>
                    <a:ext uri="{9D8B030D-6E8A-4147-A177-3AD203B41FA5}">
                      <a16:colId xmlns:a16="http://schemas.microsoft.com/office/drawing/2014/main" val="3240785938"/>
                    </a:ext>
                  </a:extLst>
                </a:gridCol>
              </a:tblGrid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C-D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B-C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D-E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E-G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E-F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A-B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069546"/>
                  </a:ext>
                </a:extLst>
              </a:tr>
              <a:tr h="2987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16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18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22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25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27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7141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29</a:t>
                      </a:r>
                      <a:endParaRPr lang="ko-KR" altLang="en-US" sz="2400" b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56871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5D348951-002C-6D47-95DB-5D30CF9D5445}"/>
              </a:ext>
            </a:extLst>
          </p:cNvPr>
          <p:cNvSpPr txBox="1"/>
          <p:nvPr/>
        </p:nvSpPr>
        <p:spPr>
          <a:xfrm>
            <a:off x="3912301" y="196757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1822349" y="275045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678191" y="47654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143A148-B04F-804E-6474-30792E10735C}"/>
              </a:ext>
            </a:extLst>
          </p:cNvPr>
          <p:cNvSpPr txBox="1"/>
          <p:nvPr/>
        </p:nvSpPr>
        <p:spPr>
          <a:xfrm>
            <a:off x="2741249" y="440673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084A56-BCC1-0AD4-06D4-BF18E7BE59E5}"/>
              </a:ext>
            </a:extLst>
          </p:cNvPr>
          <p:cNvSpPr txBox="1"/>
          <p:nvPr/>
        </p:nvSpPr>
        <p:spPr>
          <a:xfrm>
            <a:off x="4432295" y="46031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480069" y="536743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405833" y="629106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480069" y="332858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094D464-159B-7185-D233-295FC0A07BBB}"/>
              </a:ext>
            </a:extLst>
          </p:cNvPr>
          <p:cNvCxnSpPr>
            <a:cxnSpLocks/>
          </p:cNvCxnSpPr>
          <p:nvPr/>
        </p:nvCxnSpPr>
        <p:spPr>
          <a:xfrm>
            <a:off x="8996544" y="8496934"/>
            <a:ext cx="0" cy="657080"/>
          </a:xfrm>
          <a:prstGeom prst="line">
            <a:avLst/>
          </a:prstGeom>
          <a:ln w="76200">
            <a:solidFill>
              <a:schemeClr val="accent4"/>
            </a:solidFill>
            <a:headEnd type="stealth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8FAAB6-0D07-AC7A-99CA-8BADE9EA0258}"/>
              </a:ext>
            </a:extLst>
          </p:cNvPr>
          <p:cNvCxnSpPr>
            <a:cxnSpLocks/>
          </p:cNvCxnSpPr>
          <p:nvPr/>
        </p:nvCxnSpPr>
        <p:spPr>
          <a:xfrm>
            <a:off x="2240828" y="4544274"/>
            <a:ext cx="269968" cy="1022110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E242521-C984-208B-3B45-84854E86A9E2}"/>
              </a:ext>
            </a:extLst>
          </p:cNvPr>
          <p:cNvSpPr/>
          <p:nvPr/>
        </p:nvSpPr>
        <p:spPr>
          <a:xfrm>
            <a:off x="9816964" y="139916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B0AFE3-331B-A06B-97C9-9F0FDFDBE005}"/>
              </a:ext>
            </a:extLst>
          </p:cNvPr>
          <p:cNvSpPr/>
          <p:nvPr/>
        </p:nvSpPr>
        <p:spPr>
          <a:xfrm>
            <a:off x="8984969" y="316024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3EE492-C6E4-FA75-D496-4DE46D0B4C5D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 flipH="1">
            <a:off x="9394381" y="2044865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8D615451-F5B3-463F-854C-7F5DC50B9DA1}"/>
              </a:ext>
            </a:extLst>
          </p:cNvPr>
          <p:cNvSpPr/>
          <p:nvPr/>
        </p:nvSpPr>
        <p:spPr>
          <a:xfrm>
            <a:off x="14881974" y="460313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06DDCE7-6D1E-2F73-13A0-48B2C015FA6B}"/>
              </a:ext>
            </a:extLst>
          </p:cNvPr>
          <p:cNvSpPr/>
          <p:nvPr/>
        </p:nvSpPr>
        <p:spPr>
          <a:xfrm>
            <a:off x="13936187" y="629448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A25C0D-57F2-D3A0-74F8-6700925E868A}"/>
              </a:ext>
            </a:extLst>
          </p:cNvPr>
          <p:cNvCxnSpPr>
            <a:cxnSpLocks/>
            <a:stCxn id="13" idx="7"/>
            <a:endCxn id="11" idx="4"/>
          </p:cNvCxnSpPr>
          <p:nvPr/>
        </p:nvCxnSpPr>
        <p:spPr>
          <a:xfrm flipV="1">
            <a:off x="14635096" y="5359618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3835373" y="286818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5E4744-A99E-622E-AF14-AC4F6A123D34}"/>
              </a:ext>
            </a:extLst>
          </p:cNvPr>
          <p:cNvSpPr/>
          <p:nvPr/>
        </p:nvSpPr>
        <p:spPr>
          <a:xfrm>
            <a:off x="14178732" y="1799953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F624ADC-B852-DC14-AA79-4C605785EFED}"/>
              </a:ext>
            </a:extLst>
          </p:cNvPr>
          <p:cNvSpPr/>
          <p:nvPr/>
        </p:nvSpPr>
        <p:spPr>
          <a:xfrm>
            <a:off x="12961009" y="300189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90A42-FAFF-C0C7-1F2C-9E42DFAC112F}"/>
              </a:ext>
            </a:extLst>
          </p:cNvPr>
          <p:cNvCxnSpPr>
            <a:cxnSpLocks/>
            <a:stCxn id="17" idx="3"/>
            <a:endCxn id="18" idx="7"/>
          </p:cNvCxnSpPr>
          <p:nvPr/>
        </p:nvCxnSpPr>
        <p:spPr>
          <a:xfrm flipH="1">
            <a:off x="13659918" y="2445649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083CCEF-9945-988E-C1CF-34EA6D55CD7B}"/>
              </a:ext>
            </a:extLst>
          </p:cNvPr>
          <p:cNvCxnSpPr>
            <a:cxnSpLocks/>
            <a:stCxn id="17" idx="4"/>
            <a:endCxn id="11" idx="0"/>
          </p:cNvCxnSpPr>
          <p:nvPr/>
        </p:nvCxnSpPr>
        <p:spPr>
          <a:xfrm>
            <a:off x="14588144" y="2556433"/>
            <a:ext cx="703242" cy="204670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곱하기 기호 1">
            <a:extLst>
              <a:ext uri="{FF2B5EF4-FFF2-40B4-BE49-F238E27FC236}">
                <a16:creationId xmlns:a16="http://schemas.microsoft.com/office/drawing/2014/main" id="{6421E063-8B41-6400-8434-2F55ED7DA03E}"/>
              </a:ext>
            </a:extLst>
          </p:cNvPr>
          <p:cNvSpPr/>
          <p:nvPr/>
        </p:nvSpPr>
        <p:spPr>
          <a:xfrm rot="20781834">
            <a:off x="4078544" y="4839845"/>
            <a:ext cx="638361" cy="584775"/>
          </a:xfrm>
          <a:prstGeom prst="mathMultiply">
            <a:avLst>
              <a:gd name="adj1" fmla="val 71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A50594C-0BA8-E630-379C-DBD1292B2AFB}"/>
              </a:ext>
            </a:extLst>
          </p:cNvPr>
          <p:cNvSpPr/>
          <p:nvPr/>
        </p:nvSpPr>
        <p:spPr>
          <a:xfrm>
            <a:off x="12131257" y="564878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B42F78D2-F822-4D8B-0B75-EA612D7388E3}"/>
              </a:ext>
            </a:extLst>
          </p:cNvPr>
          <p:cNvCxnSpPr>
            <a:cxnSpLocks/>
            <a:stCxn id="27" idx="5"/>
            <a:endCxn id="13" idx="2"/>
          </p:cNvCxnSpPr>
          <p:nvPr/>
        </p:nvCxnSpPr>
        <p:spPr>
          <a:xfrm>
            <a:off x="12830166" y="6294485"/>
            <a:ext cx="1106021" cy="37824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곱하기 기호 3">
            <a:extLst>
              <a:ext uri="{FF2B5EF4-FFF2-40B4-BE49-F238E27FC236}">
                <a16:creationId xmlns:a16="http://schemas.microsoft.com/office/drawing/2014/main" id="{4619DB38-FFAF-D6A7-0F21-4DBA81471446}"/>
              </a:ext>
            </a:extLst>
          </p:cNvPr>
          <p:cNvSpPr/>
          <p:nvPr/>
        </p:nvSpPr>
        <p:spPr>
          <a:xfrm rot="1364292">
            <a:off x="2959287" y="4770179"/>
            <a:ext cx="638361" cy="584775"/>
          </a:xfrm>
          <a:prstGeom prst="mathMultiply">
            <a:avLst>
              <a:gd name="adj1" fmla="val 715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F0201D1-C73B-5C10-F43A-20A5352BFD5A}"/>
              </a:ext>
            </a:extLst>
          </p:cNvPr>
          <p:cNvCxnSpPr>
            <a:cxnSpLocks/>
            <a:stCxn id="7" idx="5"/>
            <a:endCxn id="27" idx="1"/>
          </p:cNvCxnSpPr>
          <p:nvPr/>
        </p:nvCxnSpPr>
        <p:spPr>
          <a:xfrm>
            <a:off x="9683878" y="3805943"/>
            <a:ext cx="2567293" cy="195363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D38253-1A11-A3FA-9792-7808500F1C10}"/>
              </a:ext>
            </a:extLst>
          </p:cNvPr>
          <p:cNvSpPr txBox="1"/>
          <p:nvPr/>
        </p:nvSpPr>
        <p:spPr>
          <a:xfrm>
            <a:off x="6436901" y="6352617"/>
            <a:ext cx="6733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간선의 개수가 </a:t>
            </a:r>
            <a:r>
              <a:rPr lang="en-US" altLang="ko-KR" sz="2400" b="1" dirty="0">
                <a:solidFill>
                  <a:srgbClr val="FF0000"/>
                </a:solidFill>
              </a:rPr>
              <a:t>V</a:t>
            </a:r>
            <a:r>
              <a:rPr lang="ko-KR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– 1 </a:t>
            </a:r>
            <a:r>
              <a:rPr lang="ko-KR" altLang="en-US" sz="2400" b="1" dirty="0">
                <a:solidFill>
                  <a:srgbClr val="FF0000"/>
                </a:solidFill>
              </a:rPr>
              <a:t>이 되면 </a:t>
            </a:r>
            <a:r>
              <a:rPr lang="en-US" altLang="ko-KR" sz="2400" b="1" dirty="0">
                <a:solidFill>
                  <a:srgbClr val="FF0000"/>
                </a:solidFill>
              </a:rPr>
              <a:t>return;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71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Kruskal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829932" y="334189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910284" y="371557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319695" y="56174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692561" y="49175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997937" y="510297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568978" y="677078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373908" y="7308772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407349" y="3987593"/>
            <a:ext cx="542497" cy="1115382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319696" y="4472059"/>
            <a:ext cx="409411" cy="1145366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391470" y="4361275"/>
            <a:ext cx="638728" cy="667034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428205" y="5842919"/>
            <a:ext cx="281543" cy="1022110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267887" y="7416477"/>
            <a:ext cx="1106021" cy="270535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5072817" y="6373905"/>
            <a:ext cx="656290" cy="1045651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2012020" y="40656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867862" y="608059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669740" y="6682620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595504" y="760624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669740" y="464376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4025044" y="4183366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05811-DD52-FBDD-31B2-655E29F89EBF}"/>
              </a:ext>
            </a:extLst>
          </p:cNvPr>
          <p:cNvSpPr txBox="1"/>
          <p:nvPr/>
        </p:nvSpPr>
        <p:spPr>
          <a:xfrm>
            <a:off x="3239343" y="1968525"/>
            <a:ext cx="673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최종 결과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738DA4-F8B5-7734-978E-C1DC53D4222B}"/>
                  </a:ext>
                </a:extLst>
              </p:cNvPr>
              <p:cNvSpPr txBox="1"/>
              <p:nvPr/>
            </p:nvSpPr>
            <p:spPr>
              <a:xfrm>
                <a:off x="8325483" y="5075840"/>
                <a:ext cx="67337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b="1" dirty="0">
                    <a:solidFill>
                      <a:schemeClr val="tx1">
                        <a:lumMod val="50000"/>
                      </a:schemeClr>
                    </a:solidFill>
                  </a:rPr>
                  <a:t>시간 복잡도 </a:t>
                </a:r>
                <a:r>
                  <a:rPr lang="en-US" altLang="ko-KR" sz="3600" b="1" dirty="0">
                    <a:solidFill>
                      <a:schemeClr val="tx1">
                        <a:lumMod val="50000"/>
                      </a:schemeClr>
                    </a:solidFill>
                  </a:rPr>
                  <a:t>: O </a:t>
                </a:r>
                <a14:m>
                  <m:oMath xmlns:m="http://schemas.openxmlformats.org/officeDocument/2006/math">
                    <m:r>
                      <a:rPr lang="en-US" altLang="ko-KR" sz="3600" b="1" i="1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sSub>
                      <m:sSubPr>
                        <m:ctrlP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3600" b="1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3600" b="1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3600" b="1" i="1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altLang="ko-KR" sz="3600" b="1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ko-KR" altLang="en-US" sz="3600" b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738DA4-F8B5-7734-978E-C1DC53D42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483" y="5075840"/>
                <a:ext cx="6733782" cy="646331"/>
              </a:xfrm>
              <a:prstGeom prst="rect">
                <a:avLst/>
              </a:prstGeom>
              <a:blipFill>
                <a:blip r:embed="rId2"/>
                <a:stretch>
                  <a:fillRect l="-2808" t="-17925" b="-358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82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2" grpId="0" animBg="1"/>
      <p:bldP spid="78" grpId="0"/>
      <p:bldP spid="79" grpId="0"/>
      <p:bldP spid="82" grpId="0"/>
      <p:bldP spid="83" grpId="0"/>
      <p:bldP spid="84" grpId="0"/>
      <p:bldP spid="16" grpId="0"/>
      <p:bldP spid="15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57609-81BF-0D24-28B1-B7858DC273E3}"/>
              </a:ext>
            </a:extLst>
          </p:cNvPr>
          <p:cNvSpPr txBox="1"/>
          <p:nvPr/>
        </p:nvSpPr>
        <p:spPr>
          <a:xfrm>
            <a:off x="6664049" y="4812724"/>
            <a:ext cx="10892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Prim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의 알고리즘은 </a:t>
            </a:r>
            <a:r>
              <a:rPr lang="ko-KR" altLang="en-US" sz="2400" b="1" dirty="0">
                <a:solidFill>
                  <a:srgbClr val="FF0000"/>
                </a:solidFill>
              </a:rPr>
              <a:t>정점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 중심으로 최소 신장 트리를 구성하는 방법이다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시작 정점을 </a:t>
            </a:r>
            <a:r>
              <a:rPr lang="en-US" altLang="ko-KR" sz="2400" b="1" dirty="0">
                <a:solidFill>
                  <a:srgbClr val="FF0000"/>
                </a:solidFill>
              </a:rPr>
              <a:t>‘A’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라고 가정하자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459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2C0F6-7F22-CE52-BC91-31CABE06386B}"/>
              </a:ext>
            </a:extLst>
          </p:cNvPr>
          <p:cNvSpPr txBox="1"/>
          <p:nvPr/>
        </p:nvSpPr>
        <p:spPr>
          <a:xfrm>
            <a:off x="6664049" y="4812724"/>
            <a:ext cx="10892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선택할 간선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 </a:t>
            </a:r>
            <a:r>
              <a:rPr lang="en-US" altLang="ko-KR" sz="2400" b="1" dirty="0">
                <a:solidFill>
                  <a:srgbClr val="FF0000"/>
                </a:solidFill>
              </a:rPr>
              <a:t>min(29,10) = 10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74246D5-AFFB-0890-36D6-AAEFCAF6E81F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33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2C0F6-7F22-CE52-BC91-31CABE06386B}"/>
              </a:ext>
            </a:extLst>
          </p:cNvPr>
          <p:cNvSpPr txBox="1"/>
          <p:nvPr/>
        </p:nvSpPr>
        <p:spPr>
          <a:xfrm>
            <a:off x="6664049" y="4812724"/>
            <a:ext cx="10892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선택할 간선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 </a:t>
            </a:r>
            <a:r>
              <a:rPr lang="en-US" altLang="ko-KR" sz="2400" b="1" dirty="0">
                <a:solidFill>
                  <a:srgbClr val="FF0000"/>
                </a:solidFill>
              </a:rPr>
              <a:t>min(29,27) = 27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52D8EDF-5DA3-9F5D-7C89-B1AED75147C7}"/>
              </a:ext>
            </a:extLst>
          </p:cNvPr>
          <p:cNvCxnSpPr>
            <a:cxnSpLocks/>
          </p:cNvCxnSpPr>
          <p:nvPr/>
        </p:nvCxnSpPr>
        <p:spPr>
          <a:xfrm>
            <a:off x="2250110" y="5569204"/>
            <a:ext cx="269968" cy="1022110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14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2C0F6-7F22-CE52-BC91-31CABE06386B}"/>
              </a:ext>
            </a:extLst>
          </p:cNvPr>
          <p:cNvSpPr txBox="1"/>
          <p:nvPr/>
        </p:nvSpPr>
        <p:spPr>
          <a:xfrm>
            <a:off x="6664049" y="4812724"/>
            <a:ext cx="10892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선택할 간선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 </a:t>
            </a:r>
            <a:r>
              <a:rPr lang="en-US" altLang="ko-KR" sz="2400" b="1" dirty="0">
                <a:solidFill>
                  <a:srgbClr val="FF0000"/>
                </a:solidFill>
              </a:rPr>
              <a:t>min(29,min(22,25)) = 22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8AF0F9E-38B3-3E9F-4DFB-E4438B892CB4}"/>
              </a:ext>
            </a:extLst>
          </p:cNvPr>
          <p:cNvCxnSpPr>
            <a:cxnSpLocks/>
          </p:cNvCxnSpPr>
          <p:nvPr/>
        </p:nvCxnSpPr>
        <p:spPr>
          <a:xfrm>
            <a:off x="3090113" y="7130050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68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2C0F6-7F22-CE52-BC91-31CABE06386B}"/>
              </a:ext>
            </a:extLst>
          </p:cNvPr>
          <p:cNvSpPr txBox="1"/>
          <p:nvPr/>
        </p:nvSpPr>
        <p:spPr>
          <a:xfrm>
            <a:off x="6664049" y="4812724"/>
            <a:ext cx="10892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선택할 간선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 </a:t>
            </a:r>
            <a:r>
              <a:rPr lang="en-US" altLang="ko-KR" sz="2400" b="1" dirty="0">
                <a:solidFill>
                  <a:srgbClr val="FF0000"/>
                </a:solidFill>
              </a:rPr>
              <a:t>min(29,min(18,12)) = 12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8586318-FB04-F53A-DC34-CD1B6C40CE5C}"/>
              </a:ext>
            </a:extLst>
          </p:cNvPr>
          <p:cNvCxnSpPr>
            <a:cxnSpLocks/>
          </p:cNvCxnSpPr>
          <p:nvPr/>
        </p:nvCxnSpPr>
        <p:spPr>
          <a:xfrm flipH="1">
            <a:off x="4879622" y="6092857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4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2C0F6-7F22-CE52-BC91-31CABE06386B}"/>
              </a:ext>
            </a:extLst>
          </p:cNvPr>
          <p:cNvSpPr txBox="1"/>
          <p:nvPr/>
        </p:nvSpPr>
        <p:spPr>
          <a:xfrm>
            <a:off x="6664049" y="4812724"/>
            <a:ext cx="10892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선택할 간선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 </a:t>
            </a:r>
            <a:r>
              <a:rPr lang="en-US" altLang="ko-KR" sz="2400" b="1" dirty="0">
                <a:solidFill>
                  <a:srgbClr val="FF0000"/>
                </a:solidFill>
              </a:rPr>
              <a:t>min(29,16) = 16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D879D34-6F70-0BF8-314A-F128ABFCAEFB}"/>
              </a:ext>
            </a:extLst>
          </p:cNvPr>
          <p:cNvCxnSpPr>
            <a:cxnSpLocks/>
          </p:cNvCxnSpPr>
          <p:nvPr/>
        </p:nvCxnSpPr>
        <p:spPr>
          <a:xfrm>
            <a:off x="5128735" y="4170779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64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26</a:t>
            </a:fld>
            <a:endParaRPr kumimoji="1" lang="ja-JP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1E2063A4-33A0-9DC3-DBE4-08C26C11B649}"/>
              </a:ext>
            </a:extLst>
          </p:cNvPr>
          <p:cNvSpPr/>
          <p:nvPr/>
        </p:nvSpPr>
        <p:spPr>
          <a:xfrm>
            <a:off x="2640261" y="3051646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6D99227-25AC-A441-4050-28A4D0ED4EAE}"/>
              </a:ext>
            </a:extLst>
          </p:cNvPr>
          <p:cNvSpPr/>
          <p:nvPr/>
        </p:nvSpPr>
        <p:spPr>
          <a:xfrm>
            <a:off x="4720613" y="3425328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A2AC5C-47BB-635B-34F5-34229992738C}"/>
              </a:ext>
            </a:extLst>
          </p:cNvPr>
          <p:cNvSpPr/>
          <p:nvPr/>
        </p:nvSpPr>
        <p:spPr>
          <a:xfrm>
            <a:off x="5130024" y="53271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3936544-92E2-0D03-C5FA-BC918A6960A8}"/>
              </a:ext>
            </a:extLst>
          </p:cNvPr>
          <p:cNvSpPr/>
          <p:nvPr/>
        </p:nvSpPr>
        <p:spPr>
          <a:xfrm>
            <a:off x="3502890" y="462727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FE8877-7078-4592-34AA-01F715C4B6D2}"/>
              </a:ext>
            </a:extLst>
          </p:cNvPr>
          <p:cNvSpPr/>
          <p:nvPr/>
        </p:nvSpPr>
        <p:spPr>
          <a:xfrm>
            <a:off x="1808266" y="4812724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DE27D09-351F-3730-B57C-FCC2DF94B2B7}"/>
              </a:ext>
            </a:extLst>
          </p:cNvPr>
          <p:cNvSpPr/>
          <p:nvPr/>
        </p:nvSpPr>
        <p:spPr>
          <a:xfrm>
            <a:off x="2379307" y="6480530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16B89-BCFF-5069-72DA-F5124BF2BB5F}"/>
              </a:ext>
            </a:extLst>
          </p:cNvPr>
          <p:cNvSpPr/>
          <p:nvPr/>
        </p:nvSpPr>
        <p:spPr>
          <a:xfrm>
            <a:off x="4184237" y="701852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5F23BF1-2F9B-F51B-EFAF-91D765BEAA3A}"/>
              </a:ext>
            </a:extLst>
          </p:cNvPr>
          <p:cNvCxnSpPr>
            <a:cxnSpLocks/>
            <a:stCxn id="2" idx="3"/>
            <a:endCxn id="6" idx="0"/>
          </p:cNvCxnSpPr>
          <p:nvPr/>
        </p:nvCxnSpPr>
        <p:spPr>
          <a:xfrm flipH="1">
            <a:off x="2217678" y="3697342"/>
            <a:ext cx="542497" cy="1115382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564E3-F029-E19A-53B8-7D700E9B9629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>
          <a:xfrm>
            <a:off x="3459084" y="3429886"/>
            <a:ext cx="1261529" cy="373682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3AADCE-AD92-DE4D-537D-D198E7CCA94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30025" y="4181808"/>
            <a:ext cx="409411" cy="1145366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401699A-AB8D-8C23-0F83-7E14C27166C5}"/>
              </a:ext>
            </a:extLst>
          </p:cNvPr>
          <p:cNvCxnSpPr>
            <a:cxnSpLocks/>
            <a:stCxn id="3" idx="3"/>
            <a:endCxn id="5" idx="7"/>
          </p:cNvCxnSpPr>
          <p:nvPr/>
        </p:nvCxnSpPr>
        <p:spPr>
          <a:xfrm flipH="1">
            <a:off x="4201799" y="4071024"/>
            <a:ext cx="638728" cy="66703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92919A5-E860-A3D9-8661-9D1BA99F64D3}"/>
              </a:ext>
            </a:extLst>
          </p:cNvPr>
          <p:cNvCxnSpPr>
            <a:cxnSpLocks/>
          </p:cNvCxnSpPr>
          <p:nvPr/>
        </p:nvCxnSpPr>
        <p:spPr>
          <a:xfrm>
            <a:off x="2238534" y="5552668"/>
            <a:ext cx="281543" cy="1022110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69D477F-C50D-2BB3-E56D-1D55A92F313B}"/>
              </a:ext>
            </a:extLst>
          </p:cNvPr>
          <p:cNvCxnSpPr>
            <a:cxnSpLocks/>
            <a:stCxn id="7" idx="5"/>
            <a:endCxn id="8" idx="2"/>
          </p:cNvCxnSpPr>
          <p:nvPr/>
        </p:nvCxnSpPr>
        <p:spPr>
          <a:xfrm>
            <a:off x="3078216" y="7126226"/>
            <a:ext cx="1106021" cy="270535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73991-3BC7-138F-F170-B533B14AD435}"/>
              </a:ext>
            </a:extLst>
          </p:cNvPr>
          <p:cNvCxnSpPr>
            <a:cxnSpLocks/>
            <a:stCxn id="8" idx="7"/>
            <a:endCxn id="4" idx="4"/>
          </p:cNvCxnSpPr>
          <p:nvPr/>
        </p:nvCxnSpPr>
        <p:spPr>
          <a:xfrm flipV="1">
            <a:off x="4883146" y="6083654"/>
            <a:ext cx="656290" cy="1045651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E615BDF-D64B-5E3D-7A47-5DAC7C745228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3078216" y="5272970"/>
            <a:ext cx="544588" cy="1318344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7E7B2DB-925A-B0F2-48A5-F8B2DAE58668}"/>
              </a:ext>
            </a:extLst>
          </p:cNvPr>
          <p:cNvCxnSpPr>
            <a:cxnSpLocks/>
            <a:stCxn id="5" idx="5"/>
            <a:endCxn id="8" idx="0"/>
          </p:cNvCxnSpPr>
          <p:nvPr/>
        </p:nvCxnSpPr>
        <p:spPr>
          <a:xfrm>
            <a:off x="4201799" y="5272970"/>
            <a:ext cx="391850" cy="1745551"/>
          </a:xfrm>
          <a:prstGeom prst="line">
            <a:avLst/>
          </a:prstGeom>
          <a:ln w="50800"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1B146D-097D-8995-9BB5-8902E020B8E2}"/>
              </a:ext>
            </a:extLst>
          </p:cNvPr>
          <p:cNvSpPr txBox="1"/>
          <p:nvPr/>
        </p:nvSpPr>
        <p:spPr>
          <a:xfrm>
            <a:off x="3912301" y="2992507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29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2BF5D-95C9-62AF-085C-9E9586B5F4F5}"/>
              </a:ext>
            </a:extLst>
          </p:cNvPr>
          <p:cNvSpPr txBox="1"/>
          <p:nvPr/>
        </p:nvSpPr>
        <p:spPr>
          <a:xfrm>
            <a:off x="1811143" y="38118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440A6-9C4A-6B6E-F397-0F2EDF827718}"/>
              </a:ext>
            </a:extLst>
          </p:cNvPr>
          <p:cNvSpPr txBox="1"/>
          <p:nvPr/>
        </p:nvSpPr>
        <p:spPr>
          <a:xfrm>
            <a:off x="1678191" y="579034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1CD374-1CB8-82C2-6F89-5334CDCA9351}"/>
              </a:ext>
            </a:extLst>
          </p:cNvPr>
          <p:cNvSpPr txBox="1"/>
          <p:nvPr/>
        </p:nvSpPr>
        <p:spPr>
          <a:xfrm>
            <a:off x="2741249" y="5431662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81EA66-D1CB-C405-9E0A-E0C7878BA462}"/>
              </a:ext>
            </a:extLst>
          </p:cNvPr>
          <p:cNvSpPr txBox="1"/>
          <p:nvPr/>
        </p:nvSpPr>
        <p:spPr>
          <a:xfrm>
            <a:off x="4432295" y="562806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18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8E89BB-FB8A-CF28-59C8-3DF0285060F0}"/>
              </a:ext>
            </a:extLst>
          </p:cNvPr>
          <p:cNvSpPr txBox="1"/>
          <p:nvPr/>
        </p:nvSpPr>
        <p:spPr>
          <a:xfrm>
            <a:off x="5480069" y="6392369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FEF919-AB1E-B7FA-6166-4135E13174D5}"/>
              </a:ext>
            </a:extLst>
          </p:cNvPr>
          <p:cNvSpPr txBox="1"/>
          <p:nvPr/>
        </p:nvSpPr>
        <p:spPr>
          <a:xfrm>
            <a:off x="3405833" y="731599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4667ED-2748-72EE-B3ED-F88D3F8AE0F1}"/>
              </a:ext>
            </a:extLst>
          </p:cNvPr>
          <p:cNvSpPr txBox="1"/>
          <p:nvPr/>
        </p:nvSpPr>
        <p:spPr>
          <a:xfrm>
            <a:off x="5480069" y="4353513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50A32D-391D-9E17-5C11-AD1C9B6CB1EC}"/>
              </a:ext>
            </a:extLst>
          </p:cNvPr>
          <p:cNvSpPr txBox="1"/>
          <p:nvPr/>
        </p:nvSpPr>
        <p:spPr>
          <a:xfrm>
            <a:off x="3835373" y="3893115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2C0F6-7F22-CE52-BC91-31CABE06386B}"/>
              </a:ext>
            </a:extLst>
          </p:cNvPr>
          <p:cNvSpPr txBox="1"/>
          <p:nvPr/>
        </p:nvSpPr>
        <p:spPr>
          <a:xfrm>
            <a:off x="6664049" y="4812724"/>
            <a:ext cx="10892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선택할 간선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 </a:t>
            </a:r>
            <a:r>
              <a:rPr lang="en-US" altLang="ko-KR" sz="2400" b="1" dirty="0">
                <a:solidFill>
                  <a:srgbClr val="FF0000"/>
                </a:solidFill>
              </a:rPr>
              <a:t>min(29,15) = 15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9D852B9-59A9-8FEF-BF85-FCCD4DD0C032}"/>
              </a:ext>
            </a:extLst>
          </p:cNvPr>
          <p:cNvCxnSpPr>
            <a:cxnSpLocks/>
          </p:cNvCxnSpPr>
          <p:nvPr/>
        </p:nvCxnSpPr>
        <p:spPr>
          <a:xfrm flipH="1">
            <a:off x="4189861" y="4087942"/>
            <a:ext cx="638728" cy="667034"/>
          </a:xfrm>
          <a:prstGeom prst="line">
            <a:avLst/>
          </a:prstGeom>
          <a:ln w="50800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F8401B-D0A9-FA19-3427-D92B3E316DCF}"/>
              </a:ext>
            </a:extLst>
          </p:cNvPr>
          <p:cNvSpPr txBox="1"/>
          <p:nvPr/>
        </p:nvSpPr>
        <p:spPr>
          <a:xfrm>
            <a:off x="9771855" y="6161536"/>
            <a:ext cx="6733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간선의 개수가 </a:t>
            </a:r>
            <a:r>
              <a:rPr lang="en-US" altLang="ko-KR" sz="2400" b="1" dirty="0">
                <a:solidFill>
                  <a:srgbClr val="FF0000"/>
                </a:solidFill>
              </a:rPr>
              <a:t>V</a:t>
            </a:r>
            <a:r>
              <a:rPr lang="ko-KR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– 1 </a:t>
            </a:r>
            <a:r>
              <a:rPr lang="ko-KR" altLang="en-US" sz="2400" b="1" dirty="0">
                <a:solidFill>
                  <a:srgbClr val="FF0000"/>
                </a:solidFill>
              </a:rPr>
              <a:t>이 되면 </a:t>
            </a:r>
            <a:r>
              <a:rPr lang="en-US" altLang="ko-KR" sz="2400" b="1" dirty="0">
                <a:solidFill>
                  <a:srgbClr val="FF0000"/>
                </a:solidFill>
              </a:rPr>
              <a:t>return;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74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Prim</a:t>
            </a:r>
            <a:r>
              <a:rPr lang="ko-KR" altLang="en-US" dirty="0"/>
              <a:t>의 </a:t>
            </a:r>
            <a:r>
              <a:rPr lang="en-US" altLang="ko-KR" dirty="0"/>
              <a:t>MST </a:t>
            </a:r>
            <a:r>
              <a:rPr lang="ko-KR" altLang="en-US" dirty="0"/>
              <a:t>알고리즘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9610DBB-9117-ADE0-F9F2-1A3649F18659}"/>
              </a:ext>
            </a:extLst>
          </p:cNvPr>
          <p:cNvSpPr/>
          <p:nvPr/>
        </p:nvSpPr>
        <p:spPr>
          <a:xfrm>
            <a:off x="2829932" y="3341897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A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56C9273-367B-560A-3168-8E70F79B7ED2}"/>
              </a:ext>
            </a:extLst>
          </p:cNvPr>
          <p:cNvSpPr/>
          <p:nvPr/>
        </p:nvSpPr>
        <p:spPr>
          <a:xfrm>
            <a:off x="4910284" y="3715579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B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77BB7D2C-108A-AE53-9BAD-49323A559050}"/>
              </a:ext>
            </a:extLst>
          </p:cNvPr>
          <p:cNvSpPr/>
          <p:nvPr/>
        </p:nvSpPr>
        <p:spPr>
          <a:xfrm>
            <a:off x="5319695" y="56174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C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78DB87B-D710-0572-4042-75DACBE0BDBB}"/>
              </a:ext>
            </a:extLst>
          </p:cNvPr>
          <p:cNvSpPr/>
          <p:nvPr/>
        </p:nvSpPr>
        <p:spPr>
          <a:xfrm>
            <a:off x="3692561" y="491752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G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B5C80707-CF51-6C54-82E4-CE12E570C1FE}"/>
              </a:ext>
            </a:extLst>
          </p:cNvPr>
          <p:cNvSpPr/>
          <p:nvPr/>
        </p:nvSpPr>
        <p:spPr>
          <a:xfrm>
            <a:off x="1997937" y="5102975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F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58375B2-DF3F-136B-FC5B-8A639C573B54}"/>
              </a:ext>
            </a:extLst>
          </p:cNvPr>
          <p:cNvSpPr/>
          <p:nvPr/>
        </p:nvSpPr>
        <p:spPr>
          <a:xfrm>
            <a:off x="2568978" y="6770781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E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0F5A5FB1-3559-5328-413E-30B678E73E45}"/>
              </a:ext>
            </a:extLst>
          </p:cNvPr>
          <p:cNvSpPr/>
          <p:nvPr/>
        </p:nvSpPr>
        <p:spPr>
          <a:xfrm>
            <a:off x="4373908" y="7308772"/>
            <a:ext cx="818823" cy="75648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>
                    <a:lumMod val="50000"/>
                  </a:schemeClr>
                </a:solidFill>
              </a:rPr>
              <a:t>D</a:t>
            </a:r>
            <a:endParaRPr kumimoji="1" lang="ko-KR" altLang="en-US" sz="40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EAD8193-1696-C26B-1928-DEBE708C1E8D}"/>
              </a:ext>
            </a:extLst>
          </p:cNvPr>
          <p:cNvCxnSpPr>
            <a:cxnSpLocks/>
            <a:stCxn id="34" idx="3"/>
            <a:endCxn id="40" idx="0"/>
          </p:cNvCxnSpPr>
          <p:nvPr/>
        </p:nvCxnSpPr>
        <p:spPr>
          <a:xfrm flipH="1">
            <a:off x="2407349" y="3987593"/>
            <a:ext cx="542497" cy="1115382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CD934D-9F55-E6A6-4265-7EBAB9498062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5319696" y="4472059"/>
            <a:ext cx="409411" cy="1145366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4F7E57F-E82B-1F7A-123E-1A3AD21EB653}"/>
              </a:ext>
            </a:extLst>
          </p:cNvPr>
          <p:cNvCxnSpPr>
            <a:cxnSpLocks/>
            <a:stCxn id="35" idx="3"/>
            <a:endCxn id="39" idx="7"/>
          </p:cNvCxnSpPr>
          <p:nvPr/>
        </p:nvCxnSpPr>
        <p:spPr>
          <a:xfrm flipH="1">
            <a:off x="4391470" y="4361275"/>
            <a:ext cx="638728" cy="667034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46E93D-4EE9-536A-831B-CE2CEE799441}"/>
              </a:ext>
            </a:extLst>
          </p:cNvPr>
          <p:cNvCxnSpPr>
            <a:cxnSpLocks/>
          </p:cNvCxnSpPr>
          <p:nvPr/>
        </p:nvCxnSpPr>
        <p:spPr>
          <a:xfrm>
            <a:off x="2428205" y="5842919"/>
            <a:ext cx="281543" cy="1022110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14AE1-F0E2-AE90-2369-9C88AAFC3ACA}"/>
              </a:ext>
            </a:extLst>
          </p:cNvPr>
          <p:cNvCxnSpPr>
            <a:cxnSpLocks/>
            <a:stCxn id="41" idx="5"/>
            <a:endCxn id="42" idx="2"/>
          </p:cNvCxnSpPr>
          <p:nvPr/>
        </p:nvCxnSpPr>
        <p:spPr>
          <a:xfrm>
            <a:off x="3267887" y="7416477"/>
            <a:ext cx="1106021" cy="270535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0AE4C5E-4F6E-BFA0-1FBA-8CB085F962CF}"/>
              </a:ext>
            </a:extLst>
          </p:cNvPr>
          <p:cNvCxnSpPr>
            <a:cxnSpLocks/>
            <a:stCxn id="42" idx="7"/>
            <a:endCxn id="36" idx="4"/>
          </p:cNvCxnSpPr>
          <p:nvPr/>
        </p:nvCxnSpPr>
        <p:spPr>
          <a:xfrm flipV="1">
            <a:off x="5072817" y="6373905"/>
            <a:ext cx="656290" cy="1045651"/>
          </a:xfrm>
          <a:prstGeom prst="line">
            <a:avLst/>
          </a:prstGeom>
          <a:ln w="50800">
            <a:solidFill>
              <a:schemeClr val="tx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E988318-84F1-EC13-A020-5AE93591A7CF}"/>
              </a:ext>
            </a:extLst>
          </p:cNvPr>
          <p:cNvSpPr txBox="1"/>
          <p:nvPr/>
        </p:nvSpPr>
        <p:spPr>
          <a:xfrm>
            <a:off x="2012020" y="4065638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10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C06B3C0-D945-6509-635C-372F104DF636}"/>
              </a:ext>
            </a:extLst>
          </p:cNvPr>
          <p:cNvSpPr txBox="1"/>
          <p:nvPr/>
        </p:nvSpPr>
        <p:spPr>
          <a:xfrm>
            <a:off x="1867862" y="608059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27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D38C50E-BD5A-0B54-9094-AEE52CF27628}"/>
              </a:ext>
            </a:extLst>
          </p:cNvPr>
          <p:cNvSpPr txBox="1"/>
          <p:nvPr/>
        </p:nvSpPr>
        <p:spPr>
          <a:xfrm>
            <a:off x="5669740" y="6682620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F6DE7-AC2A-1DE3-070E-026F0BA970C9}"/>
              </a:ext>
            </a:extLst>
          </p:cNvPr>
          <p:cNvSpPr txBox="1"/>
          <p:nvPr/>
        </p:nvSpPr>
        <p:spPr>
          <a:xfrm>
            <a:off x="3595504" y="760624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22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220249E-0FB6-E9AF-FE1B-CEF2F1559AA8}"/>
              </a:ext>
            </a:extLst>
          </p:cNvPr>
          <p:cNvSpPr txBox="1"/>
          <p:nvPr/>
        </p:nvSpPr>
        <p:spPr>
          <a:xfrm>
            <a:off x="5669740" y="4643764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16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22CA2-E75D-A6F0-BC30-8E34D4F84431}"/>
              </a:ext>
            </a:extLst>
          </p:cNvPr>
          <p:cNvSpPr txBox="1"/>
          <p:nvPr/>
        </p:nvSpPr>
        <p:spPr>
          <a:xfrm>
            <a:off x="4025044" y="4183366"/>
            <a:ext cx="697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50000"/>
                  </a:schemeClr>
                </a:solidFill>
              </a:rPr>
              <a:t>15</a:t>
            </a:r>
            <a:endParaRPr lang="ko-KR" altLang="en-US" sz="32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05811-DD52-FBDD-31B2-655E29F89EBF}"/>
              </a:ext>
            </a:extLst>
          </p:cNvPr>
          <p:cNvSpPr txBox="1"/>
          <p:nvPr/>
        </p:nvSpPr>
        <p:spPr>
          <a:xfrm>
            <a:off x="3239343" y="1968525"/>
            <a:ext cx="673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최종 결과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738DA4-F8B5-7734-978E-C1DC53D4222B}"/>
                  </a:ext>
                </a:extLst>
              </p:cNvPr>
              <p:cNvSpPr txBox="1"/>
              <p:nvPr/>
            </p:nvSpPr>
            <p:spPr>
              <a:xfrm>
                <a:off x="8325483" y="5075840"/>
                <a:ext cx="6733782" cy="658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3600" b="1" dirty="0">
                    <a:solidFill>
                      <a:schemeClr val="tx1">
                        <a:lumMod val="50000"/>
                      </a:schemeClr>
                    </a:solidFill>
                  </a:rPr>
                  <a:t>시간 복잡도 </a:t>
                </a:r>
                <a:r>
                  <a:rPr lang="en-US" altLang="ko-KR" sz="3600" b="1" dirty="0">
                    <a:solidFill>
                      <a:schemeClr val="tx1">
                        <a:lumMod val="50000"/>
                      </a:schemeClr>
                    </a:solidFill>
                  </a:rPr>
                  <a:t>: O </a:t>
                </a:r>
                <a14:m>
                  <m:oMath xmlns:m="http://schemas.openxmlformats.org/officeDocument/2006/math">
                    <m:r>
                      <a:rPr lang="en-US" altLang="ko-KR" sz="3600" b="1" i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altLang="ko-KR" sz="3600" b="1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sz="3600" b="1" i="1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3600" b="1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9738DA4-F8B5-7734-978E-C1DC53D42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483" y="5075840"/>
                <a:ext cx="6733782" cy="658898"/>
              </a:xfrm>
              <a:prstGeom prst="rect">
                <a:avLst/>
              </a:prstGeom>
              <a:blipFill>
                <a:blip r:embed="rId2"/>
                <a:stretch>
                  <a:fillRect l="-2808" t="-15741" b="-351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488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2" grpId="0" animBg="1"/>
      <p:bldP spid="78" grpId="0"/>
      <p:bldP spid="79" grpId="0"/>
      <p:bldP spid="82" grpId="0"/>
      <p:bldP spid="83" grpId="0"/>
      <p:bldP spid="84" grpId="0"/>
      <p:bldP spid="16" grpId="0"/>
      <p:bldP spid="15" grpId="0"/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28</a:t>
            </a:fld>
            <a:endParaRPr kumimoji="1" lang="ja-JP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853272-0E88-1211-0B0E-250989CCF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40247"/>
              </p:ext>
            </p:extLst>
          </p:nvPr>
        </p:nvGraphicFramePr>
        <p:xfrm>
          <a:off x="662874" y="1757624"/>
          <a:ext cx="5435064" cy="4147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370">
                  <a:extLst>
                    <a:ext uri="{9D8B030D-6E8A-4147-A177-3AD203B41FA5}">
                      <a16:colId xmlns:a16="http://schemas.microsoft.com/office/drawing/2014/main" val="862838577"/>
                    </a:ext>
                  </a:extLst>
                </a:gridCol>
                <a:gridCol w="2155006">
                  <a:extLst>
                    <a:ext uri="{9D8B030D-6E8A-4147-A177-3AD203B41FA5}">
                      <a16:colId xmlns:a16="http://schemas.microsoft.com/office/drawing/2014/main" val="2789034964"/>
                    </a:ext>
                  </a:extLst>
                </a:gridCol>
                <a:gridCol w="1811688">
                  <a:extLst>
                    <a:ext uri="{9D8B030D-6E8A-4147-A177-3AD203B41FA5}">
                      <a16:colId xmlns:a16="http://schemas.microsoft.com/office/drawing/2014/main" val="3038010782"/>
                    </a:ext>
                  </a:extLst>
                </a:gridCol>
              </a:tblGrid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과목번호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과목명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선수과목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835792"/>
                  </a:ext>
                </a:extLst>
              </a:tr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컴퓨터 개론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없음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701620"/>
                  </a:ext>
                </a:extLst>
              </a:tr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이산수학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없음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591566"/>
                  </a:ext>
                </a:extLst>
              </a:tr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언어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275868"/>
                  </a:ext>
                </a:extLst>
              </a:tr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자료구조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0,1,2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92161"/>
                  </a:ext>
                </a:extLst>
              </a:tr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확률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735733"/>
                  </a:ext>
                </a:extLst>
              </a:tr>
              <a:tr h="592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solidFill>
                            <a:sysClr val="windowText" lastClr="000000"/>
                          </a:solidFill>
                        </a:rPr>
                        <a:t>알고리즘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>
                          <a:solidFill>
                            <a:sysClr val="windowText" lastClr="000000"/>
                          </a:solidFill>
                        </a:rPr>
                        <a:t>2,3,4</a:t>
                      </a:r>
                      <a:endParaRPr lang="ko-KR" alt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554306"/>
                  </a:ext>
                </a:extLst>
              </a:tr>
            </a:tbl>
          </a:graphicData>
        </a:graphic>
      </p:graphicFrame>
      <p:sp>
        <p:nvSpPr>
          <p:cNvPr id="4" name="타원 3">
            <a:extLst>
              <a:ext uri="{FF2B5EF4-FFF2-40B4-BE49-F238E27FC236}">
                <a16:creationId xmlns:a16="http://schemas.microsoft.com/office/drawing/2014/main" id="{6EEB0A1B-C2CE-FCDE-CE30-576AE1CAB7EA}"/>
              </a:ext>
            </a:extLst>
          </p:cNvPr>
          <p:cNvSpPr/>
          <p:nvPr/>
        </p:nvSpPr>
        <p:spPr>
          <a:xfrm>
            <a:off x="7494822" y="175762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82E713-E48F-FDEA-CE0F-D4CF033BB199}"/>
              </a:ext>
            </a:extLst>
          </p:cNvPr>
          <p:cNvSpPr/>
          <p:nvPr/>
        </p:nvSpPr>
        <p:spPr>
          <a:xfrm>
            <a:off x="7494822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9A7FAE-C7A6-7AED-8397-8BE337B5CA3B}"/>
              </a:ext>
            </a:extLst>
          </p:cNvPr>
          <p:cNvSpPr/>
          <p:nvPr/>
        </p:nvSpPr>
        <p:spPr>
          <a:xfrm>
            <a:off x="11984357" y="18014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11976675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1197667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15760032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6409EF-BC25-E5B1-40D7-C26FE4E062F9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8778190" y="2391287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1064C68-3D55-C80D-58D2-D7E7081FEC34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8590245" y="2839354"/>
            <a:ext cx="3574375" cy="189521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530FDEE-DC0A-C337-5FE6-B672F42FD989}"/>
              </a:ext>
            </a:extLst>
          </p:cNvPr>
          <p:cNvCxnSpPr>
            <a:cxnSpLocks/>
          </p:cNvCxnSpPr>
          <p:nvPr/>
        </p:nvCxnSpPr>
        <p:spPr>
          <a:xfrm>
            <a:off x="8778189" y="7935680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A186FD-E805-033C-6067-6B397FBD6A9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8590245" y="5630707"/>
            <a:ext cx="3574375" cy="1851396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E08B17-1F81-0A1E-FF6F-7E64EB38C11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13267725" y="2435111"/>
            <a:ext cx="2680252" cy="2299462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13260043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3267725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51C6D5E-FE8E-33DF-EEAF-EC40A40CFBB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2618359" y="3074728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4ACC612-F547-9416-2DEF-901AFFC049B6}"/>
              </a:ext>
            </a:extLst>
          </p:cNvPr>
          <p:cNvSpPr txBox="1"/>
          <p:nvPr/>
        </p:nvSpPr>
        <p:spPr>
          <a:xfrm>
            <a:off x="662874" y="6963008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FF0000"/>
                </a:solidFill>
              </a:rPr>
              <a:t>과목을 듣는 순서를 어떻게 정할 수 있을까</a:t>
            </a:r>
            <a:r>
              <a:rPr lang="en-US" altLang="ko-KR" sz="2400" b="1" dirty="0">
                <a:solidFill>
                  <a:srgbClr val="FF0000"/>
                </a:solidFill>
              </a:rPr>
              <a:t>?</a:t>
            </a:r>
            <a:r>
              <a:rPr lang="ko-KR" altLang="en-US" sz="2400" b="1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667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EEB0A1B-C2CE-FCDE-CE30-576AE1CAB7EA}"/>
              </a:ext>
            </a:extLst>
          </p:cNvPr>
          <p:cNvSpPr/>
          <p:nvPr/>
        </p:nvSpPr>
        <p:spPr>
          <a:xfrm>
            <a:off x="565975" y="175762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82E713-E48F-FDEA-CE0F-D4CF033BB199}"/>
              </a:ext>
            </a:extLst>
          </p:cNvPr>
          <p:cNvSpPr/>
          <p:nvPr/>
        </p:nvSpPr>
        <p:spPr>
          <a:xfrm>
            <a:off x="565975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9A7FAE-C7A6-7AED-8397-8BE337B5CA3B}"/>
              </a:ext>
            </a:extLst>
          </p:cNvPr>
          <p:cNvSpPr/>
          <p:nvPr/>
        </p:nvSpPr>
        <p:spPr>
          <a:xfrm>
            <a:off x="5055510" y="18014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5047828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6409EF-BC25-E5B1-40D7-C26FE4E062F9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849343" y="2391287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1064C68-3D55-C80D-58D2-D7E7081FEC34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1661398" y="2839354"/>
            <a:ext cx="3574375" cy="189521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530FDEE-DC0A-C337-5FE6-B672F42FD989}"/>
              </a:ext>
            </a:extLst>
          </p:cNvPr>
          <p:cNvCxnSpPr>
            <a:cxnSpLocks/>
          </p:cNvCxnSpPr>
          <p:nvPr/>
        </p:nvCxnSpPr>
        <p:spPr>
          <a:xfrm>
            <a:off x="1849342" y="7935680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A186FD-E805-033C-6067-6B397FBD6A9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661398" y="5630707"/>
            <a:ext cx="3574375" cy="1851396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E08B17-1F81-0A1E-FF6F-7E64EB38C11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338878" y="2435111"/>
            <a:ext cx="2680252" cy="2299462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6331196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51C6D5E-FE8E-33DF-EEAF-EC40A40CFBB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89512" y="3074728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88071F-1C2B-9823-74EE-08EAC60A4E4E}"/>
              </a:ext>
            </a:extLst>
          </p:cNvPr>
          <p:cNvSpPr txBox="1"/>
          <p:nvPr/>
        </p:nvSpPr>
        <p:spPr>
          <a:xfrm>
            <a:off x="11282220" y="5579099"/>
            <a:ext cx="5853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 학습을 완료해야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후 순위 과목도</a:t>
            </a:r>
            <a:endParaRPr lang="en-US" altLang="ko-KR" sz="2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학습을 할 수 있음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즉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먼저 들을 수 </a:t>
            </a:r>
            <a:r>
              <a:rPr lang="ko-KR" altLang="en-US" sz="2400" b="1" dirty="0" err="1">
                <a:solidFill>
                  <a:schemeClr val="tx1">
                    <a:lumMod val="50000"/>
                  </a:schemeClr>
                </a:solidFill>
              </a:rPr>
              <a:t>있는건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 먼저 듣자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!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5B6883-2D58-4D53-57BA-408148142280}"/>
              </a:ext>
            </a:extLst>
          </p:cNvPr>
          <p:cNvSpPr txBox="1"/>
          <p:nvPr/>
        </p:nvSpPr>
        <p:spPr>
          <a:xfrm>
            <a:off x="12186224" y="4125012"/>
            <a:ext cx="379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tx1">
                    <a:lumMod val="50000"/>
                  </a:schemeClr>
                </a:solidFill>
              </a:rPr>
              <a:t>논리</a:t>
            </a:r>
          </a:p>
        </p:txBody>
      </p:sp>
    </p:spTree>
    <p:extLst>
      <p:ext uri="{BB962C8B-B14F-4D97-AF65-F5344CB8AC3E}">
        <p14:creationId xmlns:p14="http://schemas.microsoft.com/office/powerpoint/2010/main" val="92046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EEB0A1B-C2CE-FCDE-CE30-576AE1CAB7EA}"/>
              </a:ext>
            </a:extLst>
          </p:cNvPr>
          <p:cNvSpPr/>
          <p:nvPr/>
        </p:nvSpPr>
        <p:spPr>
          <a:xfrm>
            <a:off x="565975" y="175762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82E713-E48F-FDEA-CE0F-D4CF033BB199}"/>
              </a:ext>
            </a:extLst>
          </p:cNvPr>
          <p:cNvSpPr/>
          <p:nvPr/>
        </p:nvSpPr>
        <p:spPr>
          <a:xfrm>
            <a:off x="565975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9A7FAE-C7A6-7AED-8397-8BE337B5CA3B}"/>
              </a:ext>
            </a:extLst>
          </p:cNvPr>
          <p:cNvSpPr/>
          <p:nvPr/>
        </p:nvSpPr>
        <p:spPr>
          <a:xfrm>
            <a:off x="5055510" y="18014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5047828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6409EF-BC25-E5B1-40D7-C26FE4E062F9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849343" y="2391287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1064C68-3D55-C80D-58D2-D7E7081FEC34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1661398" y="2839354"/>
            <a:ext cx="3574375" cy="189521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530FDEE-DC0A-C337-5FE6-B672F42FD989}"/>
              </a:ext>
            </a:extLst>
          </p:cNvPr>
          <p:cNvCxnSpPr>
            <a:cxnSpLocks/>
          </p:cNvCxnSpPr>
          <p:nvPr/>
        </p:nvCxnSpPr>
        <p:spPr>
          <a:xfrm>
            <a:off x="1849342" y="7935680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A186FD-E805-033C-6067-6B397FBD6A9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661398" y="5630707"/>
            <a:ext cx="3574375" cy="1851396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E08B17-1F81-0A1E-FF6F-7E64EB38C11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338878" y="2435111"/>
            <a:ext cx="2680252" cy="2299462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6331196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51C6D5E-FE8E-33DF-EEAF-EC40A40CFBB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89512" y="3074728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5B6883-2D58-4D53-57BA-408148142280}"/>
              </a:ext>
            </a:extLst>
          </p:cNvPr>
          <p:cNvSpPr txBox="1"/>
          <p:nvPr/>
        </p:nvSpPr>
        <p:spPr>
          <a:xfrm>
            <a:off x="0" y="319694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07ACA-5DBA-3CC4-A466-E62DEDA928B3}"/>
              </a:ext>
            </a:extLst>
          </p:cNvPr>
          <p:cNvSpPr txBox="1"/>
          <p:nvPr/>
        </p:nvSpPr>
        <p:spPr>
          <a:xfrm>
            <a:off x="100884" y="868623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D5141-2102-E0AA-7A89-04070A3E6E15}"/>
              </a:ext>
            </a:extLst>
          </p:cNvPr>
          <p:cNvSpPr txBox="1"/>
          <p:nvPr/>
        </p:nvSpPr>
        <p:spPr>
          <a:xfrm>
            <a:off x="4503312" y="8781067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3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177E48-EE2E-D450-DEE0-4744240C77F1}"/>
              </a:ext>
            </a:extLst>
          </p:cNvPr>
          <p:cNvSpPr txBox="1"/>
          <p:nvPr/>
        </p:nvSpPr>
        <p:spPr>
          <a:xfrm>
            <a:off x="4563395" y="597222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3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99943-94C7-95E0-8078-CADD8053493C}"/>
              </a:ext>
            </a:extLst>
          </p:cNvPr>
          <p:cNvSpPr txBox="1"/>
          <p:nvPr/>
        </p:nvSpPr>
        <p:spPr>
          <a:xfrm>
            <a:off x="4563395" y="1321545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CCC66FF-6D1B-132C-1051-790F1F0FC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094242"/>
              </p:ext>
            </p:extLst>
          </p:nvPr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7DC8B-35AD-1A4B-3083-8B669ACD9A69}"/>
              </a:ext>
            </a:extLst>
          </p:cNvPr>
          <p:cNvSpPr txBox="1"/>
          <p:nvPr/>
        </p:nvSpPr>
        <p:spPr>
          <a:xfrm>
            <a:off x="11345688" y="4846752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6E3C3F-8B9B-A336-C7F0-7026F9FD5D06}"/>
              </a:ext>
            </a:extLst>
          </p:cNvPr>
          <p:cNvSpPr txBox="1"/>
          <p:nvPr/>
        </p:nvSpPr>
        <p:spPr>
          <a:xfrm>
            <a:off x="12233934" y="4845264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1F7CE3-8C26-77E7-E362-57F8D3752405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9F9F37F9-F90B-5B37-215D-EBF090ED7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130546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2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15" grpId="0"/>
      <p:bldP spid="16" grpId="0"/>
      <p:bldP spid="17" grpId="0"/>
      <p:bldP spid="20" grpId="0"/>
      <p:bldP spid="21" grpId="0"/>
      <p:bldP spid="24" grpId="0"/>
      <p:bldP spid="2" grpId="0"/>
      <p:bldP spid="26" grpId="0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31</a:t>
            </a:fld>
            <a:endParaRPr kumimoji="1" lang="ja-JP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EEB0A1B-C2CE-FCDE-CE30-576AE1CAB7EA}"/>
              </a:ext>
            </a:extLst>
          </p:cNvPr>
          <p:cNvSpPr/>
          <p:nvPr/>
        </p:nvSpPr>
        <p:spPr>
          <a:xfrm>
            <a:off x="565975" y="1757624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82E713-E48F-FDEA-CE0F-D4CF033BB199}"/>
              </a:ext>
            </a:extLst>
          </p:cNvPr>
          <p:cNvSpPr/>
          <p:nvPr/>
        </p:nvSpPr>
        <p:spPr>
          <a:xfrm>
            <a:off x="565975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9A7FAE-C7A6-7AED-8397-8BE337B5CA3B}"/>
              </a:ext>
            </a:extLst>
          </p:cNvPr>
          <p:cNvSpPr/>
          <p:nvPr/>
        </p:nvSpPr>
        <p:spPr>
          <a:xfrm>
            <a:off x="5055510" y="18014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5047828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6409EF-BC25-E5B1-40D7-C26FE4E062F9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849343" y="2391287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1064C68-3D55-C80D-58D2-D7E7081FEC34}"/>
              </a:ext>
            </a:extLst>
          </p:cNvPr>
          <p:cNvCxnSpPr>
            <a:cxnSpLocks/>
            <a:stCxn id="4" idx="5"/>
            <a:endCxn id="8" idx="1"/>
          </p:cNvCxnSpPr>
          <p:nvPr/>
        </p:nvCxnSpPr>
        <p:spPr>
          <a:xfrm>
            <a:off x="1661398" y="2839354"/>
            <a:ext cx="3574375" cy="189521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530FDEE-DC0A-C337-5FE6-B672F42FD989}"/>
              </a:ext>
            </a:extLst>
          </p:cNvPr>
          <p:cNvCxnSpPr>
            <a:cxnSpLocks/>
          </p:cNvCxnSpPr>
          <p:nvPr/>
        </p:nvCxnSpPr>
        <p:spPr>
          <a:xfrm>
            <a:off x="1849342" y="7935680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A186FD-E805-033C-6067-6B397FBD6A9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661398" y="5630707"/>
            <a:ext cx="3574375" cy="1851396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E08B17-1F81-0A1E-FF6F-7E64EB38C11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338878" y="2435111"/>
            <a:ext cx="2680252" cy="2299462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6331196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51C6D5E-FE8E-33DF-EEAF-EC40A40CFBB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89512" y="3074728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5B6883-2D58-4D53-57BA-408148142280}"/>
              </a:ext>
            </a:extLst>
          </p:cNvPr>
          <p:cNvSpPr txBox="1"/>
          <p:nvPr/>
        </p:nvSpPr>
        <p:spPr>
          <a:xfrm>
            <a:off x="0" y="319694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407ACA-5DBA-3CC4-A466-E62DEDA928B3}"/>
              </a:ext>
            </a:extLst>
          </p:cNvPr>
          <p:cNvSpPr txBox="1"/>
          <p:nvPr/>
        </p:nvSpPr>
        <p:spPr>
          <a:xfrm>
            <a:off x="100884" y="868623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D5141-2102-E0AA-7A89-04070A3E6E15}"/>
              </a:ext>
            </a:extLst>
          </p:cNvPr>
          <p:cNvSpPr txBox="1"/>
          <p:nvPr/>
        </p:nvSpPr>
        <p:spPr>
          <a:xfrm>
            <a:off x="4503312" y="8781067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3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177E48-EE2E-D450-DEE0-4744240C77F1}"/>
              </a:ext>
            </a:extLst>
          </p:cNvPr>
          <p:cNvSpPr txBox="1"/>
          <p:nvPr/>
        </p:nvSpPr>
        <p:spPr>
          <a:xfrm>
            <a:off x="4563395" y="597222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3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99943-94C7-95E0-8078-CADD8053493C}"/>
              </a:ext>
            </a:extLst>
          </p:cNvPr>
          <p:cNvSpPr txBox="1"/>
          <p:nvPr/>
        </p:nvSpPr>
        <p:spPr>
          <a:xfrm>
            <a:off x="4563395" y="1321545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CD348F-FD5B-D6AC-2347-A608C1DDC603}"/>
              </a:ext>
            </a:extLst>
          </p:cNvPr>
          <p:cNvSpPr txBox="1"/>
          <p:nvPr/>
        </p:nvSpPr>
        <p:spPr>
          <a:xfrm>
            <a:off x="4563395" y="1321023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0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8CDCE2-A5B9-E0EE-1E75-21EC223CDA92}"/>
              </a:ext>
            </a:extLst>
          </p:cNvPr>
          <p:cNvSpPr txBox="1"/>
          <p:nvPr/>
        </p:nvSpPr>
        <p:spPr>
          <a:xfrm>
            <a:off x="4563395" y="5964293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2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1318D9F-BA10-4CCD-5B7E-FDD3E3E30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651104"/>
              </p:ext>
            </p:extLst>
          </p:nvPr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0</a:t>
                      </a:r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515093-D488-4D20-BF79-6DC51A1D31FF}"/>
              </a:ext>
            </a:extLst>
          </p:cNvPr>
          <p:cNvSpPr/>
          <p:nvPr/>
        </p:nvSpPr>
        <p:spPr>
          <a:xfrm>
            <a:off x="11370360" y="4958463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B94831-57C6-6C96-A42C-6A3D21C16D05}"/>
              </a:ext>
            </a:extLst>
          </p:cNvPr>
          <p:cNvSpPr txBox="1"/>
          <p:nvPr/>
        </p:nvSpPr>
        <p:spPr>
          <a:xfrm>
            <a:off x="11331174" y="4822256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EFD6D8-C592-BAD6-3A48-204D7DA242BE}"/>
              </a:ext>
            </a:extLst>
          </p:cNvPr>
          <p:cNvSpPr/>
          <p:nvPr/>
        </p:nvSpPr>
        <p:spPr>
          <a:xfrm>
            <a:off x="12252749" y="4887957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FAE2CF-DD1C-BDE0-874E-DBFE0783CA79}"/>
              </a:ext>
            </a:extLst>
          </p:cNvPr>
          <p:cNvSpPr txBox="1"/>
          <p:nvPr/>
        </p:nvSpPr>
        <p:spPr>
          <a:xfrm>
            <a:off x="12252749" y="4845138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E55809-02D6-4934-A61D-2F8D01B30BF5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C20D554-C33C-4CF9-2673-F3F3A065E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305056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3EBB7978-5C67-0415-BD42-A4641D7EBF87}"/>
              </a:ext>
            </a:extLst>
          </p:cNvPr>
          <p:cNvSpPr txBox="1"/>
          <p:nvPr/>
        </p:nvSpPr>
        <p:spPr>
          <a:xfrm>
            <a:off x="11345688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05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/>
      <p:bldP spid="17" grpId="0"/>
      <p:bldP spid="20" grpId="0"/>
      <p:bldP spid="27" grpId="0"/>
      <p:bldP spid="28" grpId="0"/>
      <p:bldP spid="36" grpId="0" animBg="1"/>
      <p:bldP spid="32" grpId="0"/>
      <p:bldP spid="39" grpId="0" animBg="1"/>
      <p:bldP spid="40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32</a:t>
            </a:fld>
            <a:endParaRPr kumimoji="1" lang="ja-JP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D82E713-E48F-FDEA-CE0F-D4CF033BB199}"/>
              </a:ext>
            </a:extLst>
          </p:cNvPr>
          <p:cNvSpPr/>
          <p:nvPr/>
        </p:nvSpPr>
        <p:spPr>
          <a:xfrm>
            <a:off x="565975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9A7FAE-C7A6-7AED-8397-8BE337B5CA3B}"/>
              </a:ext>
            </a:extLst>
          </p:cNvPr>
          <p:cNvSpPr/>
          <p:nvPr/>
        </p:nvSpPr>
        <p:spPr>
          <a:xfrm>
            <a:off x="5055510" y="18014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5047828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530FDEE-DC0A-C337-5FE6-B672F42FD989}"/>
              </a:ext>
            </a:extLst>
          </p:cNvPr>
          <p:cNvCxnSpPr>
            <a:cxnSpLocks/>
          </p:cNvCxnSpPr>
          <p:nvPr/>
        </p:nvCxnSpPr>
        <p:spPr>
          <a:xfrm>
            <a:off x="1849342" y="7935680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A186FD-E805-033C-6067-6B397FBD6A91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1661398" y="5630707"/>
            <a:ext cx="3574375" cy="1851396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E08B17-1F81-0A1E-FF6F-7E64EB38C11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338878" y="2435111"/>
            <a:ext cx="2680252" cy="2299462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6331196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51C6D5E-FE8E-33DF-EEAF-EC40A40CFBB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89512" y="3074728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B407ACA-5DBA-3CC4-A466-E62DEDA928B3}"/>
              </a:ext>
            </a:extLst>
          </p:cNvPr>
          <p:cNvSpPr txBox="1"/>
          <p:nvPr/>
        </p:nvSpPr>
        <p:spPr>
          <a:xfrm>
            <a:off x="100884" y="868623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D5141-2102-E0AA-7A89-04070A3E6E15}"/>
              </a:ext>
            </a:extLst>
          </p:cNvPr>
          <p:cNvSpPr txBox="1"/>
          <p:nvPr/>
        </p:nvSpPr>
        <p:spPr>
          <a:xfrm>
            <a:off x="4503312" y="8781067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3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177E48-EE2E-D450-DEE0-4744240C77F1}"/>
              </a:ext>
            </a:extLst>
          </p:cNvPr>
          <p:cNvSpPr txBox="1"/>
          <p:nvPr/>
        </p:nvSpPr>
        <p:spPr>
          <a:xfrm>
            <a:off x="4563395" y="597222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2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99943-94C7-95E0-8078-CADD8053493C}"/>
              </a:ext>
            </a:extLst>
          </p:cNvPr>
          <p:cNvSpPr txBox="1"/>
          <p:nvPr/>
        </p:nvSpPr>
        <p:spPr>
          <a:xfrm>
            <a:off x="4563395" y="1321545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1318D9F-BA10-4CCD-5B7E-FDD3E3E30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310602"/>
              </p:ext>
            </p:extLst>
          </p:nvPr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0B94831-57C6-6C96-A42C-6A3D21C16D05}"/>
              </a:ext>
            </a:extLst>
          </p:cNvPr>
          <p:cNvSpPr txBox="1"/>
          <p:nvPr/>
        </p:nvSpPr>
        <p:spPr>
          <a:xfrm>
            <a:off x="11331174" y="4824639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03C99-EEE1-2DFB-066F-A11BBDF91CFE}"/>
              </a:ext>
            </a:extLst>
          </p:cNvPr>
          <p:cNvSpPr txBox="1"/>
          <p:nvPr/>
        </p:nvSpPr>
        <p:spPr>
          <a:xfrm>
            <a:off x="4563395" y="5981759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1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EC514-EE05-4E37-584E-BB1284D7E765}"/>
              </a:ext>
            </a:extLst>
          </p:cNvPr>
          <p:cNvSpPr txBox="1"/>
          <p:nvPr/>
        </p:nvSpPr>
        <p:spPr>
          <a:xfrm>
            <a:off x="12270644" y="4845138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1A06E3-260E-937D-5788-64ED4275A48F}"/>
              </a:ext>
            </a:extLst>
          </p:cNvPr>
          <p:cNvSpPr txBox="1"/>
          <p:nvPr/>
        </p:nvSpPr>
        <p:spPr>
          <a:xfrm>
            <a:off x="4503312" y="877439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0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515093-D488-4D20-BF79-6DC51A1D31FF}"/>
              </a:ext>
            </a:extLst>
          </p:cNvPr>
          <p:cNvSpPr/>
          <p:nvPr/>
        </p:nvSpPr>
        <p:spPr>
          <a:xfrm>
            <a:off x="11352701" y="492990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3A42436-9AA4-EA04-9722-070422288731}"/>
              </a:ext>
            </a:extLst>
          </p:cNvPr>
          <p:cNvSpPr/>
          <p:nvPr/>
        </p:nvSpPr>
        <p:spPr>
          <a:xfrm>
            <a:off x="12260431" y="4895569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50493E-BE30-9106-2A4D-AA0DD05A2D32}"/>
              </a:ext>
            </a:extLst>
          </p:cNvPr>
          <p:cNvSpPr txBox="1"/>
          <p:nvPr/>
        </p:nvSpPr>
        <p:spPr>
          <a:xfrm>
            <a:off x="11320962" y="4824639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EF75B8-3003-E609-2B29-2B976A3CA3D8}"/>
              </a:ext>
            </a:extLst>
          </p:cNvPr>
          <p:cNvSpPr txBox="1"/>
          <p:nvPr/>
        </p:nvSpPr>
        <p:spPr>
          <a:xfrm>
            <a:off x="12260431" y="4861266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75807F-2A2F-2CCF-7F0E-F00D4E4032AB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B1695E1-B365-5DF3-8695-06A8C35A9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54559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51EFCD9C-0005-7704-89A9-4FD2B1AE6B3A}"/>
              </a:ext>
            </a:extLst>
          </p:cNvPr>
          <p:cNvSpPr txBox="1"/>
          <p:nvPr/>
        </p:nvSpPr>
        <p:spPr>
          <a:xfrm>
            <a:off x="11345688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FADBA4-F639-534F-8416-13865F8D35EC}"/>
              </a:ext>
            </a:extLst>
          </p:cNvPr>
          <p:cNvSpPr txBox="1"/>
          <p:nvPr/>
        </p:nvSpPr>
        <p:spPr>
          <a:xfrm>
            <a:off x="12252749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97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15" grpId="0"/>
      <p:bldP spid="17" grpId="0"/>
      <p:bldP spid="2" grpId="0"/>
      <p:bldP spid="41" grpId="0"/>
      <p:bldP spid="36" grpId="0" animBg="1"/>
      <p:bldP spid="33" grpId="0" animBg="1"/>
      <p:bldP spid="26" grpId="0"/>
      <p:bldP spid="34" grpId="0"/>
      <p:bldP spid="4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33</a:t>
            </a:fld>
            <a:endParaRPr kumimoji="1" lang="ja-JP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79A7FAE-C7A6-7AED-8397-8BE337B5CA3B}"/>
              </a:ext>
            </a:extLst>
          </p:cNvPr>
          <p:cNvSpPr/>
          <p:nvPr/>
        </p:nvSpPr>
        <p:spPr>
          <a:xfrm>
            <a:off x="5055510" y="18014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5047828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E08B17-1F81-0A1E-FF6F-7E64EB38C11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6338878" y="2435111"/>
            <a:ext cx="2680252" cy="2299462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6331196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51C6D5E-FE8E-33DF-EEAF-EC40A40CFBB4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89512" y="3074728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F5D5141-2102-E0AA-7A89-04070A3E6E15}"/>
              </a:ext>
            </a:extLst>
          </p:cNvPr>
          <p:cNvSpPr txBox="1"/>
          <p:nvPr/>
        </p:nvSpPr>
        <p:spPr>
          <a:xfrm>
            <a:off x="4503312" y="8781067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3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177E48-EE2E-D450-DEE0-4744240C77F1}"/>
              </a:ext>
            </a:extLst>
          </p:cNvPr>
          <p:cNvSpPr txBox="1"/>
          <p:nvPr/>
        </p:nvSpPr>
        <p:spPr>
          <a:xfrm>
            <a:off x="4563395" y="597222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D99943-94C7-95E0-8078-CADD8053493C}"/>
              </a:ext>
            </a:extLst>
          </p:cNvPr>
          <p:cNvSpPr txBox="1"/>
          <p:nvPr/>
        </p:nvSpPr>
        <p:spPr>
          <a:xfrm>
            <a:off x="4563395" y="1321545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1318D9F-BA10-4CCD-5B7E-FDD3E3E301DD}"/>
              </a:ext>
            </a:extLst>
          </p:cNvPr>
          <p:cNvGraphicFramePr>
            <a:graphicFrameLocks noGrp="1"/>
          </p:cNvGraphicFramePr>
          <p:nvPr/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0B94831-57C6-6C96-A42C-6A3D21C16D05}"/>
              </a:ext>
            </a:extLst>
          </p:cNvPr>
          <p:cNvSpPr txBox="1"/>
          <p:nvPr/>
        </p:nvSpPr>
        <p:spPr>
          <a:xfrm>
            <a:off x="11331174" y="4824639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EC514-EE05-4E37-584E-BB1284D7E765}"/>
              </a:ext>
            </a:extLst>
          </p:cNvPr>
          <p:cNvSpPr txBox="1"/>
          <p:nvPr/>
        </p:nvSpPr>
        <p:spPr>
          <a:xfrm>
            <a:off x="12270644" y="4845138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515093-D488-4D20-BF79-6DC51A1D31FF}"/>
              </a:ext>
            </a:extLst>
          </p:cNvPr>
          <p:cNvSpPr/>
          <p:nvPr/>
        </p:nvSpPr>
        <p:spPr>
          <a:xfrm>
            <a:off x="11331174" y="4895569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EF75B8-3003-E609-2B29-2B976A3CA3D8}"/>
              </a:ext>
            </a:extLst>
          </p:cNvPr>
          <p:cNvSpPr txBox="1"/>
          <p:nvPr/>
        </p:nvSpPr>
        <p:spPr>
          <a:xfrm>
            <a:off x="11331174" y="4836612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9AD55-42A7-89F8-6216-8C00C320FDE1}"/>
              </a:ext>
            </a:extLst>
          </p:cNvPr>
          <p:cNvSpPr txBox="1"/>
          <p:nvPr/>
        </p:nvSpPr>
        <p:spPr>
          <a:xfrm>
            <a:off x="4563395" y="5974417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0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2879D9-BD9A-843B-AE35-48A616CD0B46}"/>
              </a:ext>
            </a:extLst>
          </p:cNvPr>
          <p:cNvSpPr/>
          <p:nvPr/>
        </p:nvSpPr>
        <p:spPr>
          <a:xfrm>
            <a:off x="12238905" y="4887957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50493E-BE30-9106-2A4D-AA0DD05A2D32}"/>
              </a:ext>
            </a:extLst>
          </p:cNvPr>
          <p:cNvSpPr txBox="1"/>
          <p:nvPr/>
        </p:nvSpPr>
        <p:spPr>
          <a:xfrm>
            <a:off x="12227591" y="4827558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B9CAA-AC1D-377B-9364-706D9F8D95BB}"/>
              </a:ext>
            </a:extLst>
          </p:cNvPr>
          <p:cNvSpPr txBox="1"/>
          <p:nvPr/>
        </p:nvSpPr>
        <p:spPr>
          <a:xfrm>
            <a:off x="8339070" y="6010612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2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80947B-ED98-57C8-B24A-E4048293EE74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118F7ED-5951-A3C1-AF15-14F81AA1F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33765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88485FD4-7C01-F4E6-79E5-4681D6A6D9DB}"/>
              </a:ext>
            </a:extLst>
          </p:cNvPr>
          <p:cNvSpPr txBox="1"/>
          <p:nvPr/>
        </p:nvSpPr>
        <p:spPr>
          <a:xfrm>
            <a:off x="11345688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E1163F-9C34-E033-AEC5-47F624027DB1}"/>
              </a:ext>
            </a:extLst>
          </p:cNvPr>
          <p:cNvSpPr txBox="1"/>
          <p:nvPr/>
        </p:nvSpPr>
        <p:spPr>
          <a:xfrm>
            <a:off x="12252749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0DD700-79C4-FB23-9625-90CB28FC4DB0}"/>
              </a:ext>
            </a:extLst>
          </p:cNvPr>
          <p:cNvSpPr txBox="1"/>
          <p:nvPr/>
        </p:nvSpPr>
        <p:spPr>
          <a:xfrm>
            <a:off x="13144846" y="7027322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2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/>
      <p:bldP spid="20" grpId="0"/>
      <p:bldP spid="36" grpId="0" animBg="1"/>
      <p:bldP spid="34" grpId="0"/>
      <p:bldP spid="4" grpId="0"/>
      <p:bldP spid="11" grpId="0" animBg="1"/>
      <p:bldP spid="26" grpId="0"/>
      <p:bldP spid="13" grpId="0"/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34</a:t>
            </a:fld>
            <a:endParaRPr kumimoji="1" lang="ja-JP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D743B68-AF2F-1BA0-70DD-C2DCEB36AC7B}"/>
              </a:ext>
            </a:extLst>
          </p:cNvPr>
          <p:cNvSpPr/>
          <p:nvPr/>
        </p:nvSpPr>
        <p:spPr>
          <a:xfrm>
            <a:off x="5047828" y="729650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C313CD-F8B6-D534-29F3-4A4EF526D214}"/>
              </a:ext>
            </a:extLst>
          </p:cNvPr>
          <p:cNvCxnSpPr>
            <a:cxnSpLocks/>
            <a:stCxn id="7" idx="6"/>
            <a:endCxn id="10" idx="3"/>
          </p:cNvCxnSpPr>
          <p:nvPr/>
        </p:nvCxnSpPr>
        <p:spPr>
          <a:xfrm flipV="1">
            <a:off x="6331196" y="5630707"/>
            <a:ext cx="2687934" cy="229946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F5D5141-2102-E0AA-7A89-04070A3E6E15}"/>
              </a:ext>
            </a:extLst>
          </p:cNvPr>
          <p:cNvSpPr txBox="1"/>
          <p:nvPr/>
        </p:nvSpPr>
        <p:spPr>
          <a:xfrm>
            <a:off x="4503312" y="8781067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2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177E48-EE2E-D450-DEE0-4744240C77F1}"/>
              </a:ext>
            </a:extLst>
          </p:cNvPr>
          <p:cNvSpPr txBox="1"/>
          <p:nvPr/>
        </p:nvSpPr>
        <p:spPr>
          <a:xfrm>
            <a:off x="4563395" y="597222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1318D9F-BA10-4CCD-5B7E-FDD3E3E301DD}"/>
              </a:ext>
            </a:extLst>
          </p:cNvPr>
          <p:cNvGraphicFramePr>
            <a:graphicFrameLocks noGrp="1"/>
          </p:cNvGraphicFramePr>
          <p:nvPr/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0B94831-57C6-6C96-A42C-6A3D21C16D05}"/>
              </a:ext>
            </a:extLst>
          </p:cNvPr>
          <p:cNvSpPr txBox="1"/>
          <p:nvPr/>
        </p:nvSpPr>
        <p:spPr>
          <a:xfrm>
            <a:off x="11331174" y="4824639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6EC514-EE05-4E37-584E-BB1284D7E765}"/>
              </a:ext>
            </a:extLst>
          </p:cNvPr>
          <p:cNvSpPr txBox="1"/>
          <p:nvPr/>
        </p:nvSpPr>
        <p:spPr>
          <a:xfrm>
            <a:off x="12270644" y="4845138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515093-D488-4D20-BF79-6DC51A1D31FF}"/>
              </a:ext>
            </a:extLst>
          </p:cNvPr>
          <p:cNvSpPr/>
          <p:nvPr/>
        </p:nvSpPr>
        <p:spPr>
          <a:xfrm>
            <a:off x="12229793" y="4981656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C90BC-7FBA-1909-F999-6F63C4FBDC37}"/>
              </a:ext>
            </a:extLst>
          </p:cNvPr>
          <p:cNvSpPr txBox="1"/>
          <p:nvPr/>
        </p:nvSpPr>
        <p:spPr>
          <a:xfrm>
            <a:off x="8339070" y="6007624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1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F78B76-8D04-F942-D3B3-BD09BE202C47}"/>
              </a:ext>
            </a:extLst>
          </p:cNvPr>
          <p:cNvSpPr/>
          <p:nvPr/>
        </p:nvSpPr>
        <p:spPr>
          <a:xfrm>
            <a:off x="11351600" y="4962493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EF75B8-3003-E609-2B29-2B976A3CA3D8}"/>
              </a:ext>
            </a:extLst>
          </p:cNvPr>
          <p:cNvSpPr txBox="1"/>
          <p:nvPr/>
        </p:nvSpPr>
        <p:spPr>
          <a:xfrm>
            <a:off x="11381770" y="4853201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0697F-8C96-9FA7-99A3-3D753C3778BD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B91A833-6FDA-82A4-CFAC-9590C09EE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455820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F0C09F-4956-8CD1-1A08-06C14CC87CC0}"/>
              </a:ext>
            </a:extLst>
          </p:cNvPr>
          <p:cNvSpPr txBox="1"/>
          <p:nvPr/>
        </p:nvSpPr>
        <p:spPr>
          <a:xfrm>
            <a:off x="11345688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248CFC-7B2C-4AA0-430F-B2B723E746EF}"/>
              </a:ext>
            </a:extLst>
          </p:cNvPr>
          <p:cNvSpPr txBox="1"/>
          <p:nvPr/>
        </p:nvSpPr>
        <p:spPr>
          <a:xfrm>
            <a:off x="12252749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06A0A-0B5A-C294-0B00-E5F5C7BC98D8}"/>
              </a:ext>
            </a:extLst>
          </p:cNvPr>
          <p:cNvSpPr txBox="1"/>
          <p:nvPr/>
        </p:nvSpPr>
        <p:spPr>
          <a:xfrm>
            <a:off x="13144846" y="7027322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BE139-18E0-6427-43AF-EFD00C6E1B34}"/>
              </a:ext>
            </a:extLst>
          </p:cNvPr>
          <p:cNvSpPr txBox="1"/>
          <p:nvPr/>
        </p:nvSpPr>
        <p:spPr>
          <a:xfrm>
            <a:off x="14009088" y="7035385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16" grpId="0"/>
      <p:bldP spid="36" grpId="0" animBg="1"/>
      <p:bldP spid="2" grpId="0"/>
      <p:bldP spid="3" grpId="0" animBg="1"/>
      <p:bldP spid="34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35</a:t>
            </a:fld>
            <a:endParaRPr kumimoji="1" lang="ja-JP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67F7BD1-6C7A-8BBC-1D41-41495DFB81CB}"/>
              </a:ext>
            </a:extLst>
          </p:cNvPr>
          <p:cNvSpPr/>
          <p:nvPr/>
        </p:nvSpPr>
        <p:spPr>
          <a:xfrm>
            <a:off x="5047828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2CECE35-8263-206E-1834-70484351B476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6338878" y="5167416"/>
            <a:ext cx="2492307" cy="15224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177E48-EE2E-D450-DEE0-4744240C77F1}"/>
              </a:ext>
            </a:extLst>
          </p:cNvPr>
          <p:cNvSpPr txBox="1"/>
          <p:nvPr/>
        </p:nvSpPr>
        <p:spPr>
          <a:xfrm>
            <a:off x="4563395" y="5972228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1318D9F-BA10-4CCD-5B7E-FDD3E3E301DD}"/>
              </a:ext>
            </a:extLst>
          </p:cNvPr>
          <p:cNvGraphicFramePr>
            <a:graphicFrameLocks noGrp="1"/>
          </p:cNvGraphicFramePr>
          <p:nvPr/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0B94831-57C6-6C96-A42C-6A3D21C16D05}"/>
              </a:ext>
            </a:extLst>
          </p:cNvPr>
          <p:cNvSpPr txBox="1"/>
          <p:nvPr/>
        </p:nvSpPr>
        <p:spPr>
          <a:xfrm>
            <a:off x="11331174" y="4824639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C90BC-7FBA-1909-F999-6F63C4FBDC37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ko-KR" sz="2400" b="1" dirty="0">
                <a:solidFill>
                  <a:srgbClr val="FF0000"/>
                </a:solidFill>
              </a:rPr>
              <a:t>0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F78B76-8D04-F942-D3B3-BD09BE202C47}"/>
              </a:ext>
            </a:extLst>
          </p:cNvPr>
          <p:cNvSpPr/>
          <p:nvPr/>
        </p:nvSpPr>
        <p:spPr>
          <a:xfrm>
            <a:off x="11320961" y="4976088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EF75B8-3003-E609-2B29-2B976A3CA3D8}"/>
              </a:ext>
            </a:extLst>
          </p:cNvPr>
          <p:cNvSpPr txBox="1"/>
          <p:nvPr/>
        </p:nvSpPr>
        <p:spPr>
          <a:xfrm>
            <a:off x="11344045" y="4809195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630EA-0B31-E066-97D4-85AD6A83E336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A467F0F-D59C-D599-3BB4-FBE761157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394805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6D3354-5DC1-30B1-4BC7-B91E62F66250}"/>
              </a:ext>
            </a:extLst>
          </p:cNvPr>
          <p:cNvSpPr txBox="1"/>
          <p:nvPr/>
        </p:nvSpPr>
        <p:spPr>
          <a:xfrm>
            <a:off x="11345688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61423-F0E1-4BAF-5CE3-433638BF6DA3}"/>
              </a:ext>
            </a:extLst>
          </p:cNvPr>
          <p:cNvSpPr txBox="1"/>
          <p:nvPr/>
        </p:nvSpPr>
        <p:spPr>
          <a:xfrm>
            <a:off x="12252749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D1D2D-BE78-DE4B-BEC7-5CF0D789A7B1}"/>
              </a:ext>
            </a:extLst>
          </p:cNvPr>
          <p:cNvSpPr txBox="1"/>
          <p:nvPr/>
        </p:nvSpPr>
        <p:spPr>
          <a:xfrm>
            <a:off x="13144846" y="7027322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F6E4E-EC15-9076-D809-18FBEEFA6FC4}"/>
              </a:ext>
            </a:extLst>
          </p:cNvPr>
          <p:cNvSpPr txBox="1"/>
          <p:nvPr/>
        </p:nvSpPr>
        <p:spPr>
          <a:xfrm>
            <a:off x="14009088" y="7035385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E29A7-836E-C4B7-F789-FBD372A89942}"/>
              </a:ext>
            </a:extLst>
          </p:cNvPr>
          <p:cNvSpPr txBox="1"/>
          <p:nvPr/>
        </p:nvSpPr>
        <p:spPr>
          <a:xfrm>
            <a:off x="14901185" y="7027321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23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/>
      <p:bldP spid="17" grpId="0"/>
      <p:bldP spid="2" grpId="0"/>
      <p:bldP spid="3" grpId="0" animBg="1"/>
      <p:bldP spid="34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정렬이란</a:t>
            </a:r>
            <a:r>
              <a:rPr kumimoji="1" lang="en-US" altLang="ko-KR" dirty="0"/>
              <a:t>?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36</a:t>
            </a:fld>
            <a:endParaRPr kumimoji="1" lang="ja-JP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3A0FDF2-13A9-C70E-BABC-CB2D122D7F7A}"/>
              </a:ext>
            </a:extLst>
          </p:cNvPr>
          <p:cNvSpPr/>
          <p:nvPr/>
        </p:nvSpPr>
        <p:spPr>
          <a:xfrm>
            <a:off x="8831185" y="4548977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190C6-5169-6D83-0585-E2D6A7AFC87B}"/>
              </a:ext>
            </a:extLst>
          </p:cNvPr>
          <p:cNvSpPr txBox="1"/>
          <p:nvPr/>
        </p:nvSpPr>
        <p:spPr>
          <a:xfrm>
            <a:off x="8339070" y="6002930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0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CD5B94-4239-B2F5-867A-A5C4517CD6A3}"/>
              </a:ext>
            </a:extLst>
          </p:cNvPr>
          <p:cNvSpPr txBox="1"/>
          <p:nvPr/>
        </p:nvSpPr>
        <p:spPr>
          <a:xfrm>
            <a:off x="11556874" y="6044287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Queue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7C6BD8-38F3-92B3-1795-0010D334DB92}"/>
              </a:ext>
            </a:extLst>
          </p:cNvPr>
          <p:cNvSpPr txBox="1"/>
          <p:nvPr/>
        </p:nvSpPr>
        <p:spPr>
          <a:xfrm>
            <a:off x="11426068" y="3811852"/>
            <a:ext cx="585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없다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==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선행 과목이 없다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51318D9F-BA10-4CCD-5B7E-FDD3E3E301DD}"/>
              </a:ext>
            </a:extLst>
          </p:cNvPr>
          <p:cNvGraphicFramePr>
            <a:graphicFrameLocks noGrp="1"/>
          </p:cNvGraphicFramePr>
          <p:nvPr/>
        </p:nvGraphicFramePr>
        <p:xfrm>
          <a:off x="11242218" y="4845138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D0B94831-57C6-6C96-A42C-6A3D21C16D05}"/>
              </a:ext>
            </a:extLst>
          </p:cNvPr>
          <p:cNvSpPr txBox="1"/>
          <p:nvPr/>
        </p:nvSpPr>
        <p:spPr>
          <a:xfrm>
            <a:off x="11331174" y="4824639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37E34C-85DC-A251-1954-2BE0145AA5E1}"/>
              </a:ext>
            </a:extLst>
          </p:cNvPr>
          <p:cNvSpPr/>
          <p:nvPr/>
        </p:nvSpPr>
        <p:spPr>
          <a:xfrm>
            <a:off x="11320961" y="4999120"/>
            <a:ext cx="708221" cy="5589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A75E0-6730-9175-5129-FCF98B2A3FB8}"/>
              </a:ext>
            </a:extLst>
          </p:cNvPr>
          <p:cNvSpPr txBox="1"/>
          <p:nvPr/>
        </p:nvSpPr>
        <p:spPr>
          <a:xfrm>
            <a:off x="11556874" y="8226471"/>
            <a:ext cx="5301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tx1">
                    <a:lumMod val="50000"/>
                  </a:schemeClr>
                </a:solidFill>
              </a:rPr>
              <a:t>Result</a:t>
            </a:r>
            <a:endParaRPr lang="ko-KR" altLang="en-US" sz="3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3793F96-4BE9-0B5D-4BD3-317747077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324583"/>
              </p:ext>
            </p:extLst>
          </p:nvPr>
        </p:nvGraphicFramePr>
        <p:xfrm>
          <a:off x="11242218" y="7027322"/>
          <a:ext cx="6221537" cy="785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791">
                  <a:extLst>
                    <a:ext uri="{9D8B030D-6E8A-4147-A177-3AD203B41FA5}">
                      <a16:colId xmlns:a16="http://schemas.microsoft.com/office/drawing/2014/main" val="3081543319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5777476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7653393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2726417755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595680760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052703468"/>
                    </a:ext>
                  </a:extLst>
                </a:gridCol>
                <a:gridCol w="888791">
                  <a:extLst>
                    <a:ext uri="{9D8B030D-6E8A-4147-A177-3AD203B41FA5}">
                      <a16:colId xmlns:a16="http://schemas.microsoft.com/office/drawing/2014/main" val="4208346614"/>
                    </a:ext>
                  </a:extLst>
                </a:gridCol>
              </a:tblGrid>
              <a:tr h="785569"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4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603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F12F1F-FD62-F194-696D-2B1AB8C1515C}"/>
              </a:ext>
            </a:extLst>
          </p:cNvPr>
          <p:cNvSpPr txBox="1"/>
          <p:nvPr/>
        </p:nvSpPr>
        <p:spPr>
          <a:xfrm>
            <a:off x="11345688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0B729-32F2-4FE5-5FE3-F218FB9D4EE5}"/>
              </a:ext>
            </a:extLst>
          </p:cNvPr>
          <p:cNvSpPr txBox="1"/>
          <p:nvPr/>
        </p:nvSpPr>
        <p:spPr>
          <a:xfrm>
            <a:off x="12252749" y="704345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05CFC-DA91-1F97-37D8-70D8E8286E75}"/>
              </a:ext>
            </a:extLst>
          </p:cNvPr>
          <p:cNvSpPr txBox="1"/>
          <p:nvPr/>
        </p:nvSpPr>
        <p:spPr>
          <a:xfrm>
            <a:off x="13144846" y="7027322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2E01F6-570C-3E43-D361-BFA6B4833708}"/>
              </a:ext>
            </a:extLst>
          </p:cNvPr>
          <p:cNvSpPr txBox="1"/>
          <p:nvPr/>
        </p:nvSpPr>
        <p:spPr>
          <a:xfrm>
            <a:off x="14009088" y="7035385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4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EF516-06F8-A296-77E3-5E54097B8E32}"/>
              </a:ext>
            </a:extLst>
          </p:cNvPr>
          <p:cNvSpPr txBox="1"/>
          <p:nvPr/>
        </p:nvSpPr>
        <p:spPr>
          <a:xfrm>
            <a:off x="14901185" y="7027321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0D582D-58C2-3237-04BC-988C084EBD5A}"/>
              </a:ext>
            </a:extLst>
          </p:cNvPr>
          <p:cNvSpPr txBox="1"/>
          <p:nvPr/>
        </p:nvSpPr>
        <p:spPr>
          <a:xfrm>
            <a:off x="15793282" y="7027320"/>
            <a:ext cx="6877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tx1">
                    <a:lumMod val="50000"/>
                  </a:schemeClr>
                </a:solidFill>
              </a:rPr>
              <a:t>5</a:t>
            </a:r>
            <a:endParaRPr lang="ko-KR" altLang="en-US" sz="44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97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/>
      <p:bldP spid="4" grpId="0" animBg="1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위상 정렬에서 사이클 </a:t>
            </a:r>
            <a:r>
              <a:rPr kumimoji="1" lang="ko-KR" altLang="en-US" dirty="0" err="1"/>
              <a:t>판단법</a:t>
            </a:r>
            <a:endParaRPr kumimoji="1" lang="en-US" altLang="ja-JP" dirty="0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C7C6D-0F52-4FBA-8358-35C6083C2133}" type="slidenum">
              <a:rPr kumimoji="1" lang="ja-JP" altLang="en-US" smtClean="0"/>
              <a:pPr/>
              <a:t>37</a:t>
            </a:fld>
            <a:endParaRPr kumimoji="1" lang="ja-JP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B1209AA-BC90-6DD1-E032-966ECAB8402C}"/>
              </a:ext>
            </a:extLst>
          </p:cNvPr>
          <p:cNvSpPr/>
          <p:nvPr/>
        </p:nvSpPr>
        <p:spPr>
          <a:xfrm>
            <a:off x="924791" y="3621148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0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45CF54D-5487-6D16-EAF3-1054568888D3}"/>
              </a:ext>
            </a:extLst>
          </p:cNvPr>
          <p:cNvSpPr/>
          <p:nvPr/>
        </p:nvSpPr>
        <p:spPr>
          <a:xfrm>
            <a:off x="5414326" y="3664972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2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CFDA578-5EB9-DC3B-C530-FADB7BD12F90}"/>
              </a:ext>
            </a:extLst>
          </p:cNvPr>
          <p:cNvSpPr/>
          <p:nvPr/>
        </p:nvSpPr>
        <p:spPr>
          <a:xfrm>
            <a:off x="5406644" y="6412501"/>
            <a:ext cx="1283368" cy="1267326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400" dirty="0">
                <a:solidFill>
                  <a:schemeClr val="tx1">
                    <a:lumMod val="50000"/>
                  </a:schemeClr>
                </a:solidFill>
              </a:rPr>
              <a:t>3</a:t>
            </a:r>
            <a:endParaRPr kumimoji="1" lang="ko-KR" altLang="en-US" sz="5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9B48D5B-4A7F-1C9E-6611-D5554FF0FEA7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2208159" y="4254811"/>
            <a:ext cx="3198485" cy="15223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590FD5D-DAA0-53EB-6454-1742AF2D172A}"/>
              </a:ext>
            </a:extLst>
          </p:cNvPr>
          <p:cNvCxnSpPr>
            <a:cxnSpLocks/>
            <a:stCxn id="14" idx="5"/>
            <a:endCxn id="17" idx="1"/>
          </p:cNvCxnSpPr>
          <p:nvPr/>
        </p:nvCxnSpPr>
        <p:spPr>
          <a:xfrm>
            <a:off x="2020214" y="4702878"/>
            <a:ext cx="3574375" cy="1895219"/>
          </a:xfrm>
          <a:prstGeom prst="line">
            <a:avLst/>
          </a:prstGeom>
          <a:ln w="7620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939E8AD-9237-5D5D-ED46-A54628A99403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048328" y="4938252"/>
            <a:ext cx="0" cy="1474249"/>
          </a:xfrm>
          <a:prstGeom prst="line">
            <a:avLst/>
          </a:prstGeom>
          <a:ln w="76200"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0B893C-7511-F818-196E-43B95B1DAC9D}"/>
              </a:ext>
            </a:extLst>
          </p:cNvPr>
          <p:cNvSpPr txBox="1"/>
          <p:nvPr/>
        </p:nvSpPr>
        <p:spPr>
          <a:xfrm>
            <a:off x="431234" y="3043361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1E1057-4516-078D-4B4D-54099E51B90D}"/>
              </a:ext>
            </a:extLst>
          </p:cNvPr>
          <p:cNvSpPr txBox="1"/>
          <p:nvPr/>
        </p:nvSpPr>
        <p:spPr>
          <a:xfrm>
            <a:off x="4680926" y="3043361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D313AF-DE8C-CED2-3113-451947B5638D}"/>
              </a:ext>
            </a:extLst>
          </p:cNvPr>
          <p:cNvSpPr txBox="1"/>
          <p:nvPr/>
        </p:nvSpPr>
        <p:spPr>
          <a:xfrm>
            <a:off x="4821751" y="7850951"/>
            <a:ext cx="268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: 1</a:t>
            </a:r>
            <a:endParaRPr lang="ko-KR" altLang="en-US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EF9994-5B40-B4FC-0205-A74C1BE676EF}"/>
              </a:ext>
            </a:extLst>
          </p:cNvPr>
          <p:cNvSpPr txBox="1"/>
          <p:nvPr/>
        </p:nvSpPr>
        <p:spPr>
          <a:xfrm>
            <a:off x="6887688" y="3942377"/>
            <a:ext cx="10892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모든 정점이 진입 차수가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이므로 선행 노드가 존재한다는 사실을 알 수 있다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algn="ctr"/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즉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진입 차수가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이 아닌 노드가 존재 하지 않게 되며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이때 제거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(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방문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)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된 노드는</a:t>
            </a:r>
            <a:endParaRPr lang="en-US" altLang="ko-KR" sz="24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0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개이다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DFEE01-9701-92F0-FF14-61DD844B516B}"/>
              </a:ext>
            </a:extLst>
          </p:cNvPr>
          <p:cNvSpPr txBox="1"/>
          <p:nvPr/>
        </p:nvSpPr>
        <p:spPr>
          <a:xfrm>
            <a:off x="6922412" y="5942674"/>
            <a:ext cx="10892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FF0000"/>
                </a:solidFill>
              </a:rPr>
              <a:t>위상 정렬을 시행하였을 때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  <a:r>
              <a:rPr lang="ko-KR" altLang="en-US" sz="2400" b="1" dirty="0">
                <a:solidFill>
                  <a:srgbClr val="FF0000"/>
                </a:solidFill>
              </a:rPr>
              <a:t>총 정점의 개수보다 위상 정렬 결과가 작다면</a:t>
            </a:r>
            <a:r>
              <a:rPr lang="en-US" altLang="ko-KR" sz="2400" b="1" dirty="0">
                <a:solidFill>
                  <a:srgbClr val="FF0000"/>
                </a:solidFill>
              </a:rPr>
              <a:t>, </a:t>
            </a:r>
          </a:p>
          <a:p>
            <a:pPr algn="ctr"/>
            <a:r>
              <a:rPr lang="ko-KR" altLang="en-US" sz="2400" b="1" dirty="0">
                <a:solidFill>
                  <a:srgbClr val="FF0000"/>
                </a:solidFill>
              </a:rPr>
              <a:t>사이클이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존재한다고 판단할 수 있다</a:t>
            </a:r>
            <a:r>
              <a:rPr lang="en-US" altLang="ko-KR" sz="2400" b="1" dirty="0">
                <a:solidFill>
                  <a:srgbClr val="FF0000"/>
                </a:solidFill>
              </a:rPr>
              <a:t>. (</a:t>
            </a:r>
            <a:r>
              <a:rPr lang="ko-KR" altLang="en-US" sz="2400" b="1" dirty="0">
                <a:solidFill>
                  <a:srgbClr val="FF0000"/>
                </a:solidFill>
              </a:rPr>
              <a:t>큰 경우는 없다</a:t>
            </a:r>
            <a:r>
              <a:rPr lang="en-US" altLang="ko-KR" sz="2400" b="1" dirty="0">
                <a:solidFill>
                  <a:srgbClr val="FF0000"/>
                </a:solidFill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19779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704850" y="2988100"/>
            <a:ext cx="16878300" cy="3660350"/>
          </a:xfrm>
        </p:spPr>
        <p:txBody>
          <a:bodyPr>
            <a:normAutofit/>
          </a:bodyPr>
          <a:lstStyle/>
          <a:p>
            <a:r>
              <a:rPr lang="en-US" altLang="ja-JP" sz="12800" dirty="0"/>
              <a:t>THANK YOU!</a:t>
            </a:r>
            <a:endParaRPr kumimoji="1" lang="ja-JP" altLang="en-US" sz="12800" dirty="0"/>
          </a:p>
        </p:txBody>
      </p:sp>
      <p:sp>
        <p:nvSpPr>
          <p:cNvPr id="4" name="テキスト プレースホルダー 8">
            <a:extLst>
              <a:ext uri="{FF2B5EF4-FFF2-40B4-BE49-F238E27FC236}">
                <a16:creationId xmlns:a16="http://schemas.microsoft.com/office/drawing/2014/main" id="{E3C32E01-672D-5134-6158-4D79D447DC3E}"/>
              </a:ext>
            </a:extLst>
          </p:cNvPr>
          <p:cNvSpPr txBox="1">
            <a:spLocks/>
          </p:cNvSpPr>
          <p:nvPr/>
        </p:nvSpPr>
        <p:spPr>
          <a:xfrm>
            <a:off x="6858000" y="3647495"/>
            <a:ext cx="5086350" cy="600656"/>
          </a:xfrm>
          <a:prstGeom prst="rect">
            <a:avLst/>
          </a:prstGeom>
        </p:spPr>
        <p:txBody>
          <a:bodyPr/>
          <a:lstStyle>
            <a:lvl1pPr marL="0" indent="0" algn="l" defTabSz="1371417" rtl="0" eaLnBrk="1" latinLnBrk="0" hangingPunct="1">
              <a:lnSpc>
                <a:spcPct val="90000"/>
              </a:lnSpc>
              <a:spcBef>
                <a:spcPts val="1500"/>
              </a:spcBef>
              <a:buFont typeface="Wingdings" panose="05000000000000000000" pitchFamily="2" charset="2"/>
              <a:buNone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146" indent="0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32000" indent="-342854" algn="l" defTabSz="1371417" rtl="0" eaLnBrk="1" latinLnBrk="0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99980" indent="-342854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l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5689" indent="-342854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l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397" indent="-342854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106" indent="-342854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2814" indent="-342854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8523" indent="-342854" algn="l" defTabSz="1371417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들어주셔서</a:t>
            </a:r>
            <a:r>
              <a:rPr lang="ko-KR" altLang="en-US" dirty="0"/>
              <a:t> 감사합니다</a:t>
            </a:r>
            <a:r>
              <a:rPr lang="en-US" altLang="ko-KR" dirty="0"/>
              <a:t>!</a:t>
            </a:r>
            <a:endParaRPr lang="en-US" altLang="ja-JP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5248159"/>
      </p:ext>
    </p:extLst>
  </p:cSld>
  <p:clrMapOvr>
    <a:masterClrMapping/>
  </p:clrMapOvr>
</p:sld>
</file>

<file path=ppt/theme/theme1.xml><?xml version="1.0" encoding="utf-8"?>
<a:theme xmlns:a="http://schemas.openxmlformats.org/drawingml/2006/main" name="Uranus - Contents">
  <a:themeElements>
    <a:clrScheme name="Uranus Blue">
      <a:dk1>
        <a:srgbClr val="5F5F5F"/>
      </a:dk1>
      <a:lt1>
        <a:sysClr val="window" lastClr="FFFFFF"/>
      </a:lt1>
      <a:dk2>
        <a:srgbClr val="777777"/>
      </a:dk2>
      <a:lt2>
        <a:srgbClr val="EEECE1"/>
      </a:lt2>
      <a:accent1>
        <a:srgbClr val="0086AB"/>
      </a:accent1>
      <a:accent2>
        <a:srgbClr val="DA62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6AB"/>
      </a:hlink>
      <a:folHlink>
        <a:srgbClr val="006480"/>
      </a:folHlink>
    </a:clrScheme>
    <a:fontScheme name="Uranus">
      <a:majorFont>
        <a:latin typeface="Spica Neue P Light"/>
        <a:ea typeface="Spica Neue P Light"/>
        <a:cs typeface=""/>
      </a:majorFont>
      <a:minorFont>
        <a:latin typeface="Spica Neue P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ranus - No Header">
  <a:themeElements>
    <a:clrScheme name="Uranus Blue">
      <a:dk1>
        <a:srgbClr val="5F5F5F"/>
      </a:dk1>
      <a:lt1>
        <a:sysClr val="window" lastClr="FFFFFF"/>
      </a:lt1>
      <a:dk2>
        <a:srgbClr val="777777"/>
      </a:dk2>
      <a:lt2>
        <a:srgbClr val="EEECE1"/>
      </a:lt2>
      <a:accent1>
        <a:srgbClr val="0086AB"/>
      </a:accent1>
      <a:accent2>
        <a:srgbClr val="DA62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6AB"/>
      </a:hlink>
      <a:folHlink>
        <a:srgbClr val="006480"/>
      </a:folHlink>
    </a:clrScheme>
    <a:fontScheme name="Uranus">
      <a:majorFont>
        <a:latin typeface="Spica Neue P Light"/>
        <a:ea typeface="Spica Neue P Light"/>
        <a:cs typeface=""/>
      </a:majorFont>
      <a:minorFont>
        <a:latin typeface="Spica Neue P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sz="28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ranus - Free Layout">
  <a:themeElements>
    <a:clrScheme name="Uranus Blue">
      <a:dk1>
        <a:srgbClr val="5F5F5F"/>
      </a:dk1>
      <a:lt1>
        <a:sysClr val="window" lastClr="FFFFFF"/>
      </a:lt1>
      <a:dk2>
        <a:srgbClr val="777777"/>
      </a:dk2>
      <a:lt2>
        <a:srgbClr val="EEECE1"/>
      </a:lt2>
      <a:accent1>
        <a:srgbClr val="0086AB"/>
      </a:accent1>
      <a:accent2>
        <a:srgbClr val="DA62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6AB"/>
      </a:hlink>
      <a:folHlink>
        <a:srgbClr val="006480"/>
      </a:folHlink>
    </a:clrScheme>
    <a:fontScheme name="Uranus">
      <a:majorFont>
        <a:latin typeface="Spica Neue P Light"/>
        <a:ea typeface="Spica Neue P Light"/>
        <a:cs typeface=""/>
      </a:majorFont>
      <a:minorFont>
        <a:latin typeface="Spica Neue P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1541</TotalTime>
  <Words>1630</Words>
  <Application>Microsoft Office PowerPoint</Application>
  <PresentationFormat>사용자 지정</PresentationFormat>
  <Paragraphs>957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38</vt:i4>
      </vt:variant>
    </vt:vector>
  </HeadingPairs>
  <TitlesOfParts>
    <vt:vector size="48" baseType="lpstr">
      <vt:lpstr>Spica Neue P</vt:lpstr>
      <vt:lpstr>Spica Neue P Bold</vt:lpstr>
      <vt:lpstr>Spica Neue P Light</vt:lpstr>
      <vt:lpstr>游ゴシック</vt:lpstr>
      <vt:lpstr>Arial</vt:lpstr>
      <vt:lpstr>Cambria Math</vt:lpstr>
      <vt:lpstr>Wingdings</vt:lpstr>
      <vt:lpstr>Uranus - Contents</vt:lpstr>
      <vt:lpstr>Uranus - No Header</vt:lpstr>
      <vt:lpstr>Uranus - Free Layout</vt:lpstr>
      <vt:lpstr>그래프 2 (Union-find , MST, 위상 정렬)</vt:lpstr>
      <vt:lpstr>목차</vt:lpstr>
      <vt:lpstr>신장 트리(ST)란?</vt:lpstr>
      <vt:lpstr>최소 비용 신장 트리(MST)</vt:lpstr>
      <vt:lpstr>Union - find</vt:lpstr>
      <vt:lpstr>Union - find</vt:lpstr>
      <vt:lpstr>Union - find</vt:lpstr>
      <vt:lpstr>Union - find</vt:lpstr>
      <vt:lpstr>Union - find</vt:lpstr>
      <vt:lpstr>Kruskal의 MST 알고리즘</vt:lpstr>
      <vt:lpstr>Kruskal의 MST 알고리즘</vt:lpstr>
      <vt:lpstr>Kruskal의 MST 알고리즘</vt:lpstr>
      <vt:lpstr>Kruskal의 MST 알고리즘</vt:lpstr>
      <vt:lpstr>Kruskal의 MST 알고리즘</vt:lpstr>
      <vt:lpstr>Kruskal의 MST 알고리즘</vt:lpstr>
      <vt:lpstr>Kruskal의 MST 알고리즘</vt:lpstr>
      <vt:lpstr>Kruskal의 MST 알고리즘</vt:lpstr>
      <vt:lpstr>Kruskal의 MST 알고리즘</vt:lpstr>
      <vt:lpstr>Kruskal의 MST 알고리즘</vt:lpstr>
      <vt:lpstr>Prim의 MST 알고리즘</vt:lpstr>
      <vt:lpstr>Prim의 MST 알고리즘</vt:lpstr>
      <vt:lpstr>Prim의 MST 알고리즘</vt:lpstr>
      <vt:lpstr>Prim의 MST 알고리즘</vt:lpstr>
      <vt:lpstr>Prim의 MST 알고리즘</vt:lpstr>
      <vt:lpstr>Prim의 MST 알고리즘</vt:lpstr>
      <vt:lpstr>Prim의 MST 알고리즘</vt:lpstr>
      <vt:lpstr>Prim의 MST 알고리즘</vt:lpstr>
      <vt:lpstr>위상 정렬이란?</vt:lpstr>
      <vt:lpstr>위상 정렬이란?</vt:lpstr>
      <vt:lpstr>위상 정렬이란?</vt:lpstr>
      <vt:lpstr>위상 정렬이란?</vt:lpstr>
      <vt:lpstr>위상 정렬이란?</vt:lpstr>
      <vt:lpstr>위상 정렬이란?</vt:lpstr>
      <vt:lpstr>위상 정렬이란?</vt:lpstr>
      <vt:lpstr>위상 정렬이란?</vt:lpstr>
      <vt:lpstr>위상 정렬이란?</vt:lpstr>
      <vt:lpstr>위상 정렬에서 사이클 판단법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Uranus</dc:title>
  <dc:subject>Uranus</dc:subject>
  <dc:creator>Jun Akizaki</dc:creator>
  <cp:keywords>Template</cp:keywords>
  <cp:lastModifiedBy>서보경</cp:lastModifiedBy>
  <cp:revision>127</cp:revision>
  <dcterms:created xsi:type="dcterms:W3CDTF">2016-06-18T12:18:23Z</dcterms:created>
  <dcterms:modified xsi:type="dcterms:W3CDTF">2024-05-12T07:16:09Z</dcterms:modified>
</cp:coreProperties>
</file>